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82" r:id="rId5"/>
    <p:sldId id="388" r:id="rId6"/>
    <p:sldId id="257" r:id="rId7"/>
    <p:sldId id="259" r:id="rId8"/>
    <p:sldId id="256" r:id="rId9"/>
    <p:sldId id="587" r:id="rId10"/>
    <p:sldId id="894" r:id="rId11"/>
    <p:sldId id="897" r:id="rId12"/>
    <p:sldId id="895" r:id="rId13"/>
  </p:sldIdLst>
  <p:sldSz cx="24384000" cy="13716000"/>
  <p:notesSz cx="6858000" cy="9144000"/>
  <p:embeddedFontLst>
    <p:embeddedFont>
      <p:font typeface="Dava Sans" pitchFamily="2" charset="0"/>
      <p:regular r:id="rId16"/>
      <p:bold r:id="rId17"/>
      <p:italic r:id="rId18"/>
      <p:boldItalic r:id="rId19"/>
    </p:embeddedFont>
    <p:embeddedFont>
      <p:font typeface="Dava Sans Med" panose="020B0604020202020204" charset="0"/>
      <p:regular r:id="rId20"/>
    </p:embeddedFont>
    <p:embeddedFont>
      <p:font typeface="DM Sans" pitchFamily="2" charset="0"/>
      <p:regular r:id="rId21"/>
      <p:bold r:id="rId22"/>
      <p:italic r:id="rId23"/>
      <p:boldItalic r:id="rId2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1pPr>
    <a:lvl2pPr marL="0" marR="0" indent="2286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2pPr>
    <a:lvl3pPr marL="0" marR="0" indent="4572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3pPr>
    <a:lvl4pPr marL="0" marR="0" indent="6858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4pPr>
    <a:lvl5pPr marL="0" marR="0" indent="9144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5pPr>
    <a:lvl6pPr marL="0" marR="0" indent="11430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6pPr>
    <a:lvl7pPr marL="0" marR="0" indent="13716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7pPr>
    <a:lvl8pPr marL="0" marR="0" indent="16002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8pPr>
    <a:lvl9pPr marL="0" marR="0" indent="18288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230"/>
    <a:srgbClr val="122B38"/>
    <a:srgbClr val="1F4C67"/>
    <a:srgbClr val="30404B"/>
    <a:srgbClr val="758087"/>
    <a:srgbClr val="FF5640"/>
    <a:srgbClr val="FFFFFF"/>
    <a:srgbClr val="BABFC3"/>
    <a:srgbClr val="8C959B"/>
    <a:srgbClr val="D1D5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332A5-C578-714C-B97C-CD71A5874CF5}" v="567" dt="2023-11-22T14:09:38.8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5" autoAdjust="0"/>
    <p:restoredTop sz="94640"/>
  </p:normalViewPr>
  <p:slideViewPr>
    <p:cSldViewPr snapToGrid="0">
      <p:cViewPr varScale="1">
        <p:scale>
          <a:sx n="39" d="100"/>
          <a:sy n="39" d="100"/>
        </p:scale>
        <p:origin x="758" y="8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E6D5C2-E810-C572-C13C-9D14F0769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BF47C-D32B-CAA2-A5A4-50B6BEB4A9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A5286-0306-B143-BA49-3E397476CCE1}" type="datetimeFigureOut">
              <a:rPr lang="en-RO" smtClean="0"/>
              <a:t>04/16/2026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9B6D8-A221-B327-F05B-6C599FD2A0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1AC45-1C47-9DDA-6253-17E727D225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B202A-81CE-954E-9ACC-87922C02C77C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49955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Dava Sans" pitchFamily="2" charset="77"/>
        <a:ea typeface="+mn-ea"/>
        <a:cs typeface="+mn-cs"/>
        <a:sym typeface="Poppins Regular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1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2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41D3-61F6-CCBF-CC60-5A5FF28B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Shape 1851">
            <a:extLst>
              <a:ext uri="{FF2B5EF4-FFF2-40B4-BE49-F238E27FC236}">
                <a16:creationId xmlns:a16="http://schemas.microsoft.com/office/drawing/2014/main" id="{1A15F8DF-BE03-891D-46A2-1927B80EB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852" name="Shape 1852">
            <a:extLst>
              <a:ext uri="{FF2B5EF4-FFF2-40B4-BE49-F238E27FC236}">
                <a16:creationId xmlns:a16="http://schemas.microsoft.com/office/drawing/2014/main" id="{37D71620-8068-97DF-B83E-6626FDDCD8E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077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esentation title dar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2584896" y="6377282"/>
            <a:ext cx="19678204" cy="59579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spcBef>
                <a:spcPts val="0"/>
              </a:spcBef>
              <a:defRPr sz="96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Title Text</a:t>
            </a:r>
          </a:p>
        </p:txBody>
      </p:sp>
      <p:pic>
        <p:nvPicPr>
          <p:cNvPr id="28" name="endava_logo_neg_RGB.png" descr="endava_logo_neg_RGB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3247" y="607284"/>
            <a:ext cx="2480228" cy="42164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8716" y="13081000"/>
            <a:ext cx="306935" cy="398779"/>
          </a:xfrm>
          <a:prstGeom prst="rect">
            <a:avLst/>
          </a:prstGeom>
        </p:spPr>
        <p:txBody>
          <a:bodyPr lIns="50800" tIns="50800" rIns="50800" bIns="50800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Presentation title dar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2584896" y="6377282"/>
            <a:ext cx="19678204" cy="59579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spcBef>
                <a:spcPts val="0"/>
              </a:spcBef>
              <a:defRPr sz="96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8716" y="13081000"/>
            <a:ext cx="306935" cy="398779"/>
          </a:xfrm>
          <a:prstGeom prst="rect">
            <a:avLst/>
          </a:prstGeom>
        </p:spPr>
        <p:txBody>
          <a:bodyPr lIns="50800" tIns="50800" rIns="50800" bIns="50800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79332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oter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© Copyright 2023 Endava  •  Confidential and Proprietary  •  Version 1.0"/>
          <p:cNvSpPr txBox="1"/>
          <p:nvPr/>
        </p:nvSpPr>
        <p:spPr>
          <a:xfrm>
            <a:off x="610588" y="13100216"/>
            <a:ext cx="11290258" cy="314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spc="0">
                <a:solidFill>
                  <a:srgbClr val="8C959B"/>
                </a:solidFill>
              </a:defRPr>
            </a:lvl1pPr>
          </a:lstStyle>
          <a:p>
            <a:r>
              <a:rPr dirty="0"/>
              <a:t>© Copyright 2023 Endava  •  Confidential and Proprietary  •  Version 1.0</a:t>
            </a:r>
          </a:p>
        </p:txBody>
      </p:sp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Number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40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E"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008" y="621792"/>
            <a:ext cx="1645920" cy="128016"/>
          </a:xfrm>
          <a:prstGeom prst="rect">
            <a:avLst/>
          </a:prstGeom>
          <a:solidFill>
            <a:srgbClr val="2E5E57"/>
          </a:solidFill>
          <a:ln w="12700">
            <a:solidFill>
              <a:srgbClr val="2E5E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76222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26962"/>
            <a:ext cx="22707600" cy="1478112"/>
          </a:xfr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004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31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10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30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1625600"/>
            <a:ext cx="220853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3911600"/>
            <a:ext cx="22085300" cy="853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O"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89402" y="13132800"/>
            <a:ext cx="288542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 defTabSz="8255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8C959B"/>
                </a:solidFill>
              </a:defRPr>
            </a:lvl1pPr>
          </a:lstStyle>
          <a:p>
            <a:fld id="{86CB4B4D-7CA3-9044-876B-883B54F8677D}" type="slidenum">
              <a:rPr lang="en-RO" smtClean="0"/>
              <a:pPr/>
              <a:t>‹#›</a:t>
            </a:fld>
            <a:endParaRPr lang="en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6" r:id="rId2"/>
    <p:sldLayoutId id="2147483663" r:id="rId3"/>
    <p:sldLayoutId id="2147483665" r:id="rId4"/>
    <p:sldLayoutId id="2147483667" r:id="rId5"/>
    <p:sldLayoutId id="2147483669" r:id="rId6"/>
    <p:sldLayoutId id="2147483670" r:id="rId7"/>
    <p:sldLayoutId id="2147483671" r:id="rId8"/>
    <p:sldLayoutId id="2147483672" r:id="rId9"/>
  </p:sldLayoutIdLst>
  <p:transition spd="med"/>
  <p:hf sldNum="0" hdr="0" ftr="0" dt="0"/>
  <p:txStyles>
    <p:titleStyle>
      <a:lvl1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j-lt"/>
          <a:ea typeface="+mn-ea"/>
          <a:cs typeface="+mn-cs"/>
          <a:sym typeface="Poppins Regular"/>
        </a:defRPr>
      </a:lvl1pPr>
      <a:lvl2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2pPr>
      <a:lvl3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3pPr>
      <a:lvl4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4pPr>
      <a:lvl5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5pPr>
      <a:lvl6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6pPr>
      <a:lvl7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7pPr>
      <a:lvl8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8pPr>
      <a:lvl9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9pPr>
    </p:titleStyle>
    <p:bodyStyle>
      <a:lvl1pPr marL="342900" marR="0" indent="-3429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 typeface="Arial" panose="020B0604020202020204" pitchFamily="34" charset="0"/>
        <a:buChar char="•"/>
        <a:tabLst/>
        <a:defRPr lang="en-US" sz="2400" b="0" i="0" u="none" strike="noStrike" cap="none" spc="0" baseline="0" dirty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1pPr>
      <a:lvl2pPr marL="899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2pPr>
      <a:lvl3pPr marL="1534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3pPr>
      <a:lvl4pPr marL="2169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4pPr>
      <a:lvl5pPr marL="2804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5pPr>
      <a:lvl6pPr marL="3439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6pPr>
      <a:lvl7pPr marL="4074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7pPr>
      <a:lvl8pPr marL="4709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8pPr>
      <a:lvl9pPr marL="5344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9pPr>
    </p:bodyStyle>
    <p:otherStyle>
      <a:lvl1pPr marL="0" marR="0" indent="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1pPr>
      <a:lvl2pPr marL="0" marR="0" indent="2286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2pPr>
      <a:lvl3pPr marL="0" marR="0" indent="4572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3pPr>
      <a:lvl4pPr marL="0" marR="0" indent="6858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4pPr>
      <a:lvl5pPr marL="0" marR="0" indent="9144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5pPr>
      <a:lvl6pPr marL="0" marR="0" indent="11430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6pPr>
      <a:lvl7pPr marL="0" marR="0" indent="13716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7pPr>
      <a:lvl8pPr marL="0" marR="0" indent="16002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8pPr>
      <a:lvl9pPr marL="0" marR="0" indent="18288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presentation…">
            <a:extLst>
              <a:ext uri="{FF2B5EF4-FFF2-40B4-BE49-F238E27FC236}">
                <a16:creationId xmlns:a16="http://schemas.microsoft.com/office/drawing/2014/main" id="{B47EC0A9-1BD3-D47C-EE82-62B9E131F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3892" y="4409041"/>
            <a:ext cx="19678650" cy="2448959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/>
              <a:t>Smart Librarian</a:t>
            </a:r>
            <a:br>
              <a:rPr lang="en-US" sz="8000" dirty="0"/>
            </a:br>
            <a:br>
              <a:rPr lang="en-US" sz="8000" dirty="0"/>
            </a:br>
            <a:r>
              <a:rPr lang="en-US" sz="6000" dirty="0">
                <a:solidFill>
                  <a:srgbClr val="FF5640"/>
                </a:solidFill>
              </a:rPr>
              <a:t>AI RAG-based book recommendations app</a:t>
            </a:r>
            <a:br>
              <a:rPr lang="en-US" sz="6000" dirty="0">
                <a:solidFill>
                  <a:srgbClr val="FF5640"/>
                </a:solidFill>
              </a:rPr>
            </a:br>
            <a:endParaRPr sz="6000" dirty="0">
              <a:solidFill>
                <a:srgbClr val="FF564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BB582-9553-00E4-96B9-99A2C0AA19AE}"/>
              </a:ext>
            </a:extLst>
          </p:cNvPr>
          <p:cNvSpPr txBox="1"/>
          <p:nvPr/>
        </p:nvSpPr>
        <p:spPr>
          <a:xfrm>
            <a:off x="225287" y="12700337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2"/>
                </a:solidFill>
                <a:latin typeface="+mj-lt"/>
                <a:ea typeface="+mj-ea"/>
                <a:cs typeface="+mj-cs"/>
                <a:sym typeface="Poppins Medium"/>
              </a:rPr>
              <a:t>Taradaciuc Nicolae                                                                                                                                      1 /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99A54-6135-D73B-09C0-4090DB833BF7}"/>
              </a:ext>
            </a:extLst>
          </p:cNvPr>
          <p:cNvSpPr txBox="1"/>
          <p:nvPr/>
        </p:nvSpPr>
        <p:spPr>
          <a:xfrm>
            <a:off x="5963478" y="7586823"/>
            <a:ext cx="11628783" cy="12741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that uses </a:t>
            </a:r>
            <a:r>
              <a:rPr lang="en-US" sz="3200" dirty="0" err="1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ChromaDB</a:t>
            </a:r>
            <a:r>
              <a:rPr lang="en-US" sz="3200" dirty="0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 for semantic retrieval and </a:t>
            </a:r>
            <a:r>
              <a:rPr lang="en-US" sz="3200" dirty="0">
                <a:solidFill>
                  <a:srgbClr val="FF5640"/>
                </a:solidFill>
                <a:latin typeface="+mj-lt"/>
                <a:ea typeface="+mj-ea"/>
                <a:cs typeface="+mj-cs"/>
              </a:rPr>
              <a:t>a local tool for summaries.</a:t>
            </a:r>
          </a:p>
        </p:txBody>
      </p:sp>
    </p:spTree>
    <p:extLst>
      <p:ext uri="{BB962C8B-B14F-4D97-AF65-F5344CB8AC3E}">
        <p14:creationId xmlns:p14="http://schemas.microsoft.com/office/powerpoint/2010/main" val="201559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9842109" y="6084084"/>
            <a:ext cx="4695023" cy="4184439"/>
          </a:xfrm>
          <a:custGeom>
            <a:avLst/>
            <a:gdLst/>
            <a:ahLst/>
            <a:cxnLst/>
            <a:rect l="l" t="t" r="r" b="b"/>
            <a:pathLst>
              <a:path w="3521267" h="3138329" extrusionOk="0">
                <a:moveTo>
                  <a:pt x="0" y="0"/>
                </a:moveTo>
                <a:lnTo>
                  <a:pt x="3521267" y="0"/>
                </a:lnTo>
                <a:lnTo>
                  <a:pt x="3521267" y="3138329"/>
                </a:lnTo>
                <a:lnTo>
                  <a:pt x="0" y="3138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Google Shape;54;p6"/>
          <p:cNvSpPr/>
          <p:nvPr/>
        </p:nvSpPr>
        <p:spPr>
          <a:xfrm rot="10800000" flipH="1">
            <a:off x="13420742" y="5983465"/>
            <a:ext cx="4695023" cy="4184439"/>
          </a:xfrm>
          <a:custGeom>
            <a:avLst/>
            <a:gdLst/>
            <a:ahLst/>
            <a:cxnLst/>
            <a:rect l="l" t="t" r="r" b="b"/>
            <a:pathLst>
              <a:path w="3521267" h="3138329" extrusionOk="0">
                <a:moveTo>
                  <a:pt x="0" y="3138329"/>
                </a:moveTo>
                <a:lnTo>
                  <a:pt x="3521267" y="3138329"/>
                </a:lnTo>
                <a:lnTo>
                  <a:pt x="3521267" y="0"/>
                </a:lnTo>
                <a:lnTo>
                  <a:pt x="0" y="0"/>
                </a:lnTo>
                <a:lnTo>
                  <a:pt x="0" y="3138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Google Shape;55;p6"/>
          <p:cNvSpPr/>
          <p:nvPr/>
        </p:nvSpPr>
        <p:spPr>
          <a:xfrm>
            <a:off x="2541026" y="6084084"/>
            <a:ext cx="4695023" cy="4184439"/>
          </a:xfrm>
          <a:custGeom>
            <a:avLst/>
            <a:gdLst/>
            <a:ahLst/>
            <a:cxnLst/>
            <a:rect l="l" t="t" r="r" b="b"/>
            <a:pathLst>
              <a:path w="3521267" h="3138329" extrusionOk="0">
                <a:moveTo>
                  <a:pt x="0" y="0"/>
                </a:moveTo>
                <a:lnTo>
                  <a:pt x="3521267" y="0"/>
                </a:lnTo>
                <a:lnTo>
                  <a:pt x="3521267" y="3138329"/>
                </a:lnTo>
                <a:lnTo>
                  <a:pt x="0" y="3138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Google Shape;56;p6"/>
          <p:cNvSpPr/>
          <p:nvPr/>
        </p:nvSpPr>
        <p:spPr>
          <a:xfrm rot="10800000" flipH="1">
            <a:off x="6263477" y="6014851"/>
            <a:ext cx="4695023" cy="4184439"/>
          </a:xfrm>
          <a:custGeom>
            <a:avLst/>
            <a:gdLst/>
            <a:ahLst/>
            <a:cxnLst/>
            <a:rect l="l" t="t" r="r" b="b"/>
            <a:pathLst>
              <a:path w="3521267" h="3138329" extrusionOk="0">
                <a:moveTo>
                  <a:pt x="0" y="3138329"/>
                </a:moveTo>
                <a:lnTo>
                  <a:pt x="3521267" y="3138329"/>
                </a:lnTo>
                <a:lnTo>
                  <a:pt x="3521267" y="0"/>
                </a:lnTo>
                <a:lnTo>
                  <a:pt x="0" y="0"/>
                </a:lnTo>
                <a:lnTo>
                  <a:pt x="0" y="3138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Google Shape;57;p6"/>
          <p:cNvSpPr/>
          <p:nvPr/>
        </p:nvSpPr>
        <p:spPr>
          <a:xfrm>
            <a:off x="16999374" y="6003603"/>
            <a:ext cx="4695023" cy="4184439"/>
          </a:xfrm>
          <a:custGeom>
            <a:avLst/>
            <a:gdLst/>
            <a:ahLst/>
            <a:cxnLst/>
            <a:rect l="l" t="t" r="r" b="b"/>
            <a:pathLst>
              <a:path w="3521267" h="3138329" extrusionOk="0">
                <a:moveTo>
                  <a:pt x="0" y="0"/>
                </a:moveTo>
                <a:lnTo>
                  <a:pt x="3521267" y="0"/>
                </a:lnTo>
                <a:lnTo>
                  <a:pt x="3521267" y="3138329"/>
                </a:lnTo>
                <a:lnTo>
                  <a:pt x="0" y="3138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Google Shape;58;p6"/>
          <p:cNvSpPr txBox="1"/>
          <p:nvPr/>
        </p:nvSpPr>
        <p:spPr>
          <a:xfrm>
            <a:off x="585086" y="1449918"/>
            <a:ext cx="2321382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0" b="1" dirty="0">
                <a:solidFill>
                  <a:srgbClr val="FF4230"/>
                </a:solidFill>
              </a:rPr>
              <a:t>Main Application Features</a:t>
            </a:r>
            <a:endParaRPr sz="2667" b="1" dirty="0">
              <a:solidFill>
                <a:srgbClr val="FF4230"/>
              </a:solidFill>
              <a:latin typeface="+mj-lt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10105121" y="10335596"/>
            <a:ext cx="4111296" cy="174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matching based on themes, genres, and context.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10105121" y="8965268"/>
            <a:ext cx="41804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AI book recommendations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2541026" y="10333528"/>
            <a:ext cx="4695022" cy="174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books can be ingested, normalized, and merged into the catalog.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17147952" y="10229033"/>
            <a:ext cx="4393095" cy="174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input, narration, and representative visuals are available as extras.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13678452" y="4172838"/>
            <a:ext cx="4326858" cy="174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summary comes from a local tool, not from model invention.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6096594" y="4172838"/>
            <a:ext cx="4861906" cy="174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title, author, or genre and open exact summaries directly.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4443490" y="6743697"/>
            <a:ext cx="952000" cy="172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9333" b="1" dirty="0">
                <a:solidFill>
                  <a:srgbClr val="4CC3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sz="2667" b="1" dirty="0"/>
          </a:p>
        </p:txBody>
      </p:sp>
      <p:sp>
        <p:nvSpPr>
          <p:cNvPr id="70" name="Google Shape;70;p6"/>
          <p:cNvSpPr txBox="1"/>
          <p:nvPr/>
        </p:nvSpPr>
        <p:spPr>
          <a:xfrm>
            <a:off x="8132638" y="7590645"/>
            <a:ext cx="952000" cy="172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9333" b="1" dirty="0">
                <a:solidFill>
                  <a:srgbClr val="40ABD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2667" b="1" dirty="0"/>
          </a:p>
        </p:txBody>
      </p:sp>
      <p:sp>
        <p:nvSpPr>
          <p:cNvPr id="71" name="Google Shape;71;p6"/>
          <p:cNvSpPr txBox="1"/>
          <p:nvPr/>
        </p:nvSpPr>
        <p:spPr>
          <a:xfrm>
            <a:off x="11684769" y="6743697"/>
            <a:ext cx="952000" cy="172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9333" b="1" dirty="0">
                <a:solidFill>
                  <a:srgbClr val="3397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2667" b="1" dirty="0"/>
          </a:p>
        </p:txBody>
      </p:sp>
      <p:sp>
        <p:nvSpPr>
          <p:cNvPr id="72" name="Google Shape;72;p6"/>
          <p:cNvSpPr txBox="1"/>
          <p:nvPr/>
        </p:nvSpPr>
        <p:spPr>
          <a:xfrm>
            <a:off x="18870775" y="6743698"/>
            <a:ext cx="952000" cy="172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9333" b="1" dirty="0">
                <a:solidFill>
                  <a:srgbClr val="1769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2667" b="1" dirty="0"/>
          </a:p>
        </p:txBody>
      </p:sp>
      <p:sp>
        <p:nvSpPr>
          <p:cNvPr id="73" name="Google Shape;73;p6"/>
          <p:cNvSpPr txBox="1"/>
          <p:nvPr/>
        </p:nvSpPr>
        <p:spPr>
          <a:xfrm>
            <a:off x="15292364" y="7590645"/>
            <a:ext cx="952000" cy="172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9333" b="1" dirty="0">
                <a:solidFill>
                  <a:srgbClr val="2480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sz="2667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24C72-6691-C07F-0CFE-2CB46ABF6B27}"/>
              </a:ext>
            </a:extLst>
          </p:cNvPr>
          <p:cNvSpPr txBox="1"/>
          <p:nvPr/>
        </p:nvSpPr>
        <p:spPr>
          <a:xfrm>
            <a:off x="14078596" y="6260820"/>
            <a:ext cx="3379304" cy="13876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DM Sans"/>
              </a:rPr>
              <a:t>Summary</a:t>
            </a:r>
            <a:r>
              <a:rPr lang="en-US" sz="2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DM Sans"/>
              </a:rPr>
              <a:t>retrieval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DEBCE-028C-A827-B6A0-18FEA2332516}"/>
              </a:ext>
            </a:extLst>
          </p:cNvPr>
          <p:cNvSpPr txBox="1"/>
          <p:nvPr/>
        </p:nvSpPr>
        <p:spPr>
          <a:xfrm>
            <a:off x="3184182" y="8758142"/>
            <a:ext cx="3521992" cy="13876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DM Sans"/>
              </a:rPr>
              <a:t>Google Books import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83C21-1FEA-2D35-A5FC-5A02B6042687}"/>
              </a:ext>
            </a:extLst>
          </p:cNvPr>
          <p:cNvSpPr txBox="1"/>
          <p:nvPr/>
        </p:nvSpPr>
        <p:spPr>
          <a:xfrm>
            <a:off x="6429277" y="6104562"/>
            <a:ext cx="4330048" cy="13876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230"/>
                </a:solidFill>
                <a:latin typeface="DM Sans" pitchFamily="2" charset="0"/>
                <a:ea typeface="Arial" pitchFamily="34" charset="-122"/>
                <a:cs typeface="Arial" pitchFamily="34" charset="-120"/>
              </a:rPr>
              <a:t>Catalog browsing and search</a:t>
            </a:r>
            <a:endParaRPr lang="en-US" sz="3600" dirty="0">
              <a:solidFill>
                <a:srgbClr val="FF4230"/>
              </a:solidFill>
              <a:latin typeface="DM 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9AB43-2168-F4FC-C536-6415F2E14EDA}"/>
              </a:ext>
            </a:extLst>
          </p:cNvPr>
          <p:cNvSpPr txBox="1"/>
          <p:nvPr/>
        </p:nvSpPr>
        <p:spPr>
          <a:xfrm>
            <a:off x="17403885" y="8123498"/>
            <a:ext cx="3881230" cy="20444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audio, and image support</a:t>
            </a:r>
            <a:endParaRPr lang="en-US" sz="3600" dirty="0">
              <a:solidFill>
                <a:srgbClr val="FF423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7C06C-BC60-3D6A-5ED4-71526258E7F1}"/>
              </a:ext>
            </a:extLst>
          </p:cNvPr>
          <p:cNvSpPr txBox="1"/>
          <p:nvPr/>
        </p:nvSpPr>
        <p:spPr>
          <a:xfrm>
            <a:off x="225287" y="12700337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2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88720" y="82296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6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&amp; Core Flow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88135" y="1536192"/>
            <a:ext cx="6438079" cy="274320"/>
          </a:xfrm>
          <a:prstGeom prst="roundRect">
            <a:avLst>
              <a:gd name="adj" fmla="val 55556"/>
            </a:avLst>
          </a:prstGeom>
          <a:solidFill>
            <a:srgbClr val="FF6143"/>
          </a:solidFill>
          <a:ln w="12700">
            <a:solidFill>
              <a:srgbClr val="FF61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54136" y="6831761"/>
            <a:ext cx="16936278" cy="384048"/>
          </a:xfrm>
          <a:prstGeom prst="roundRect">
            <a:avLst>
              <a:gd name="adj" fmla="val 50000"/>
            </a:avLst>
          </a:prstGeom>
          <a:solidFill>
            <a:srgbClr val="17384A"/>
          </a:solidFill>
          <a:ln w="12700">
            <a:solidFill>
              <a:srgbClr val="173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4067114" y="6996353"/>
            <a:ext cx="16607819" cy="0"/>
          </a:xfrm>
          <a:prstGeom prst="line">
            <a:avLst/>
          </a:prstGeom>
          <a:noFill/>
          <a:ln w="25400">
            <a:solidFill>
              <a:srgbClr val="FF614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670" y="6520865"/>
            <a:ext cx="1024128" cy="1024128"/>
          </a:xfrm>
          <a:prstGeom prst="ellipse">
            <a:avLst/>
          </a:prstGeom>
          <a:solidFill>
            <a:srgbClr val="FF6143"/>
          </a:solidFill>
          <a:ln w="12700">
            <a:solidFill>
              <a:srgbClr val="FF6143"/>
            </a:solidFill>
            <a:prstDash val="solid"/>
          </a:ln>
          <a:effectLst>
            <a:outerShdw blurRad="1524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670" y="681648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825846" y="3283889"/>
            <a:ext cx="2962656" cy="2450592"/>
          </a:xfrm>
          <a:prstGeom prst="roundRect">
            <a:avLst>
              <a:gd name="adj" fmla="val 8955"/>
            </a:avLst>
          </a:prstGeom>
          <a:solidFill>
            <a:srgbClr val="204B63"/>
          </a:solidFill>
          <a:ln w="22860">
            <a:solidFill>
              <a:srgbClr val="FF6143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15734" y="5734481"/>
            <a:ext cx="0" cy="786384"/>
          </a:xfrm>
          <a:prstGeom prst="line">
            <a:avLst/>
          </a:prstGeom>
          <a:noFill/>
          <a:ln w="17780">
            <a:solidFill>
              <a:srgbClr val="355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08726" y="3539921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56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UI</a:t>
            </a:r>
            <a:endParaRPr lang="en-US" sz="2560" dirty="0"/>
          </a:p>
        </p:txBody>
      </p:sp>
      <p:sp>
        <p:nvSpPr>
          <p:cNvPr id="16" name="Text 14"/>
          <p:cNvSpPr/>
          <p:nvPr/>
        </p:nvSpPr>
        <p:spPr>
          <a:xfrm>
            <a:off x="3045302" y="4143425"/>
            <a:ext cx="2523744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input</a:t>
            </a:r>
            <a:endParaRPr lang="en-US" sz="1980" dirty="0"/>
          </a:p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controls</a:t>
            </a:r>
            <a:endParaRPr lang="en-US" sz="1980" dirty="0"/>
          </a:p>
        </p:txBody>
      </p:sp>
      <p:sp>
        <p:nvSpPr>
          <p:cNvPr id="17" name="Shape 15"/>
          <p:cNvSpPr/>
          <p:nvPr/>
        </p:nvSpPr>
        <p:spPr>
          <a:xfrm>
            <a:off x="7818470" y="6520865"/>
            <a:ext cx="1024128" cy="1024128"/>
          </a:xfrm>
          <a:prstGeom prst="ellipse">
            <a:avLst/>
          </a:prstGeom>
          <a:solidFill>
            <a:srgbClr val="FF6143"/>
          </a:solidFill>
          <a:ln w="12700">
            <a:solidFill>
              <a:srgbClr val="FF6143"/>
            </a:solidFill>
            <a:prstDash val="solid"/>
          </a:ln>
          <a:effectLst>
            <a:outerShdw blurRad="1524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8470" y="682562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940646" y="8221649"/>
            <a:ext cx="2962656" cy="2450592"/>
          </a:xfrm>
          <a:prstGeom prst="roundRect">
            <a:avLst>
              <a:gd name="adj" fmla="val 8955"/>
            </a:avLst>
          </a:prstGeom>
          <a:solidFill>
            <a:srgbClr val="204B63"/>
          </a:solidFill>
          <a:ln w="22860">
            <a:solidFill>
              <a:srgbClr val="FF6143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30534" y="7544993"/>
            <a:ext cx="0" cy="676656"/>
          </a:xfrm>
          <a:prstGeom prst="line">
            <a:avLst/>
          </a:prstGeom>
          <a:noFill/>
          <a:ln w="17780">
            <a:solidFill>
              <a:srgbClr val="355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23526" y="8477681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56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&amp; control</a:t>
            </a:r>
            <a:endParaRPr lang="en-US" sz="2560" dirty="0"/>
          </a:p>
        </p:txBody>
      </p:sp>
      <p:sp>
        <p:nvSpPr>
          <p:cNvPr id="22" name="Text 20"/>
          <p:cNvSpPr/>
          <p:nvPr/>
        </p:nvSpPr>
        <p:spPr>
          <a:xfrm>
            <a:off x="7160102" y="9081185"/>
            <a:ext cx="2523744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980" dirty="0"/>
          </a:p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+ scope</a:t>
            </a:r>
            <a:endParaRPr lang="en-US" sz="1980" dirty="0"/>
          </a:p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moderation</a:t>
            </a:r>
            <a:endParaRPr lang="en-US" sz="1980" dirty="0"/>
          </a:p>
        </p:txBody>
      </p:sp>
      <p:sp>
        <p:nvSpPr>
          <p:cNvPr id="23" name="Shape 21"/>
          <p:cNvSpPr/>
          <p:nvPr/>
        </p:nvSpPr>
        <p:spPr>
          <a:xfrm>
            <a:off x="11933270" y="6520865"/>
            <a:ext cx="1024128" cy="1024128"/>
          </a:xfrm>
          <a:prstGeom prst="ellipse">
            <a:avLst/>
          </a:prstGeom>
          <a:solidFill>
            <a:srgbClr val="FF6143"/>
          </a:solidFill>
          <a:ln w="12700">
            <a:solidFill>
              <a:srgbClr val="FF6143"/>
            </a:solidFill>
            <a:prstDash val="solid"/>
          </a:ln>
          <a:effectLst>
            <a:outerShdw blurRad="1524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933270" y="681277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11055446" y="3283889"/>
            <a:ext cx="2962656" cy="2450592"/>
          </a:xfrm>
          <a:prstGeom prst="roundRect">
            <a:avLst>
              <a:gd name="adj" fmla="val 8955"/>
            </a:avLst>
          </a:prstGeom>
          <a:solidFill>
            <a:srgbClr val="204B63"/>
          </a:solidFill>
          <a:ln w="22860">
            <a:solidFill>
              <a:srgbClr val="FF6143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445334" y="5734481"/>
            <a:ext cx="0" cy="786384"/>
          </a:xfrm>
          <a:prstGeom prst="line">
            <a:avLst/>
          </a:prstGeom>
          <a:noFill/>
          <a:ln w="17780">
            <a:solidFill>
              <a:srgbClr val="355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238326" y="3539921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56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layer</a:t>
            </a:r>
            <a:endParaRPr lang="en-US" sz="2560" dirty="0"/>
          </a:p>
        </p:txBody>
      </p:sp>
      <p:sp>
        <p:nvSpPr>
          <p:cNvPr id="28" name="Text 26"/>
          <p:cNvSpPr/>
          <p:nvPr/>
        </p:nvSpPr>
        <p:spPr>
          <a:xfrm>
            <a:off x="11274902" y="4143425"/>
            <a:ext cx="2523744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980" dirty="0"/>
          </a:p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ChromaDB</a:t>
            </a:r>
            <a:endParaRPr lang="en-US" sz="1980" dirty="0"/>
          </a:p>
        </p:txBody>
      </p:sp>
      <p:sp>
        <p:nvSpPr>
          <p:cNvPr id="29" name="Shape 27"/>
          <p:cNvSpPr/>
          <p:nvPr/>
        </p:nvSpPr>
        <p:spPr>
          <a:xfrm>
            <a:off x="16048070" y="6520865"/>
            <a:ext cx="1024128" cy="1024128"/>
          </a:xfrm>
          <a:prstGeom prst="ellipse">
            <a:avLst/>
          </a:prstGeom>
          <a:solidFill>
            <a:srgbClr val="FF6143"/>
          </a:solidFill>
          <a:ln w="12700">
            <a:solidFill>
              <a:srgbClr val="FF6143"/>
            </a:solidFill>
            <a:prstDash val="solid"/>
          </a:ln>
          <a:effectLst>
            <a:outerShdw blurRad="1524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048070" y="681277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15170246" y="8221649"/>
            <a:ext cx="2962656" cy="2450592"/>
          </a:xfrm>
          <a:prstGeom prst="roundRect">
            <a:avLst>
              <a:gd name="adj" fmla="val 8955"/>
            </a:avLst>
          </a:prstGeom>
          <a:solidFill>
            <a:srgbClr val="204B63"/>
          </a:solidFill>
          <a:ln w="22860">
            <a:solidFill>
              <a:srgbClr val="FF6143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6560134" y="7544993"/>
            <a:ext cx="0" cy="676656"/>
          </a:xfrm>
          <a:prstGeom prst="line">
            <a:avLst/>
          </a:prstGeom>
          <a:noFill/>
          <a:ln w="17780">
            <a:solidFill>
              <a:srgbClr val="355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353126" y="8477681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56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&amp; tool calling</a:t>
            </a:r>
            <a:endParaRPr lang="en-US" sz="2560" dirty="0"/>
          </a:p>
        </p:txBody>
      </p:sp>
      <p:sp>
        <p:nvSpPr>
          <p:cNvPr id="34" name="Text 32"/>
          <p:cNvSpPr/>
          <p:nvPr/>
        </p:nvSpPr>
        <p:spPr>
          <a:xfrm>
            <a:off x="15389702" y="9081185"/>
            <a:ext cx="2523744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chooses</a:t>
            </a:r>
            <a:endParaRPr lang="en-US" sz="1980" dirty="0"/>
          </a:p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get_summary_by_title(title)</a:t>
            </a:r>
            <a:endParaRPr lang="en-US" sz="1980" dirty="0"/>
          </a:p>
        </p:txBody>
      </p:sp>
      <p:sp>
        <p:nvSpPr>
          <p:cNvPr id="35" name="Shape 33"/>
          <p:cNvSpPr/>
          <p:nvPr/>
        </p:nvSpPr>
        <p:spPr>
          <a:xfrm>
            <a:off x="20162870" y="6520865"/>
            <a:ext cx="1024128" cy="1024128"/>
          </a:xfrm>
          <a:prstGeom prst="ellipse">
            <a:avLst/>
          </a:prstGeom>
          <a:solidFill>
            <a:srgbClr val="FF6143"/>
          </a:solidFill>
          <a:ln w="12700">
            <a:solidFill>
              <a:srgbClr val="FF6143"/>
            </a:solidFill>
            <a:prstDash val="solid"/>
          </a:ln>
          <a:effectLst>
            <a:outerShdw blurRad="1524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179728" y="681277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300" dirty="0"/>
          </a:p>
        </p:txBody>
      </p:sp>
      <p:sp>
        <p:nvSpPr>
          <p:cNvPr id="37" name="Shape 35"/>
          <p:cNvSpPr/>
          <p:nvPr/>
        </p:nvSpPr>
        <p:spPr>
          <a:xfrm>
            <a:off x="19285046" y="3283889"/>
            <a:ext cx="2962656" cy="2450592"/>
          </a:xfrm>
          <a:prstGeom prst="roundRect">
            <a:avLst>
              <a:gd name="adj" fmla="val 8955"/>
            </a:avLst>
          </a:prstGeom>
          <a:solidFill>
            <a:srgbClr val="204B63"/>
          </a:solidFill>
          <a:ln w="22860">
            <a:solidFill>
              <a:srgbClr val="FF6143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0674934" y="5734481"/>
            <a:ext cx="0" cy="786384"/>
          </a:xfrm>
          <a:prstGeom prst="line">
            <a:avLst/>
          </a:prstGeom>
          <a:noFill/>
          <a:ln w="17780">
            <a:solidFill>
              <a:srgbClr val="355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9394774" y="3581473"/>
            <a:ext cx="2743200" cy="65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sources &amp; response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9504502" y="4292512"/>
            <a:ext cx="2523744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catalog</a:t>
            </a:r>
            <a:endParaRPr lang="en-US" sz="1980" dirty="0"/>
          </a:p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builder</a:t>
            </a:r>
            <a:endParaRPr lang="en-US" sz="1980" dirty="0"/>
          </a:p>
          <a:p>
            <a:pPr algn="ctr">
              <a:spcBef>
                <a:spcPts val="0"/>
              </a:spcBef>
            </a:pPr>
            <a:r>
              <a:rPr lang="en-US" sz="1980" dirty="0">
                <a:solidFill>
                  <a:srgbClr val="BFD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output</a:t>
            </a:r>
            <a:endParaRPr lang="en-US" sz="198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093477-A875-E137-7719-8CE3AB7987BF}"/>
              </a:ext>
            </a:extLst>
          </p:cNvPr>
          <p:cNvSpPr txBox="1"/>
          <p:nvPr/>
        </p:nvSpPr>
        <p:spPr>
          <a:xfrm>
            <a:off x="225287" y="12700337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Poppins Medium"/>
              </a:rPr>
              <a:t>3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88720" y="1316736"/>
            <a:ext cx="1389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Features &amp; Safety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188720" y="2157984"/>
            <a:ext cx="5530132" cy="159821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12700">
            <a:solidFill>
              <a:srgbClr val="FF5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4183181" y="32552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layers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463040" y="3986784"/>
            <a:ext cx="7955280" cy="2011680"/>
          </a:xfrm>
          <a:prstGeom prst="roundRect">
            <a:avLst>
              <a:gd name="adj" fmla="val 10909"/>
            </a:avLst>
          </a:prstGeom>
          <a:solidFill>
            <a:srgbClr val="30404B"/>
          </a:solidFill>
          <a:ln w="12700">
            <a:solidFill>
              <a:srgbClr val="122B38">
                <a:alpha val="40000"/>
              </a:srgbClr>
            </a:solidFill>
            <a:prstDash val="solid"/>
          </a:ln>
          <a:effectLst>
            <a:outerShdw blurRad="19050" dist="508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11" name="Shape 9"/>
          <p:cNvSpPr/>
          <p:nvPr/>
        </p:nvSpPr>
        <p:spPr>
          <a:xfrm>
            <a:off x="1719072" y="4242816"/>
            <a:ext cx="877824" cy="146304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12700">
            <a:solidFill>
              <a:srgbClr val="FF5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2" name="Text 10"/>
          <p:cNvSpPr/>
          <p:nvPr/>
        </p:nvSpPr>
        <p:spPr>
          <a:xfrm>
            <a:off x="1719072" y="4498848"/>
            <a:ext cx="7443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filtering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19072" y="5175504"/>
            <a:ext cx="7443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dirty="0">
                <a:solidFill>
                  <a:srgbClr val="B9C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cleaning and blocked-term lists can stop inappropriate requests before they reach the LLM.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63040" y="6291072"/>
            <a:ext cx="7955280" cy="2011680"/>
          </a:xfrm>
          <a:prstGeom prst="roundRect">
            <a:avLst>
              <a:gd name="adj" fmla="val 10909"/>
            </a:avLst>
          </a:prstGeom>
          <a:solidFill>
            <a:srgbClr val="30404B"/>
          </a:solidFill>
          <a:ln w="12700">
            <a:solidFill>
              <a:srgbClr val="122B38">
                <a:alpha val="40000"/>
              </a:srgbClr>
            </a:solidFill>
            <a:prstDash val="solid"/>
          </a:ln>
          <a:effectLst>
            <a:outerShdw blurRad="19050" dist="508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15" name="Shape 13"/>
          <p:cNvSpPr/>
          <p:nvPr/>
        </p:nvSpPr>
        <p:spPr>
          <a:xfrm>
            <a:off x="1719072" y="6547104"/>
            <a:ext cx="877824" cy="146304"/>
          </a:xfrm>
          <a:prstGeom prst="roundRect">
            <a:avLst>
              <a:gd name="adj" fmla="val 50000"/>
            </a:avLst>
          </a:prstGeom>
          <a:solidFill>
            <a:srgbClr val="66D1FF"/>
          </a:solidFill>
          <a:ln w="12700">
            <a:solidFill>
              <a:srgbClr val="66D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6" name="Text 14"/>
          <p:cNvSpPr/>
          <p:nvPr/>
        </p:nvSpPr>
        <p:spPr>
          <a:xfrm>
            <a:off x="1719072" y="6803136"/>
            <a:ext cx="7443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and language handling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19072" y="7461504"/>
            <a:ext cx="7443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dirty="0">
                <a:solidFill>
                  <a:srgbClr val="B9C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checks if the request is book-related and adapts behavior for Romanian or English.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463040" y="8595360"/>
            <a:ext cx="7955280" cy="2011680"/>
          </a:xfrm>
          <a:prstGeom prst="roundRect">
            <a:avLst>
              <a:gd name="adj" fmla="val 10909"/>
            </a:avLst>
          </a:prstGeom>
          <a:solidFill>
            <a:srgbClr val="30404B"/>
          </a:solidFill>
          <a:ln w="12700">
            <a:solidFill>
              <a:srgbClr val="122B38">
                <a:alpha val="40000"/>
              </a:srgbClr>
            </a:solidFill>
            <a:prstDash val="solid"/>
          </a:ln>
          <a:effectLst>
            <a:outerShdw blurRad="19050" dist="508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19" name="Shape 17"/>
          <p:cNvSpPr/>
          <p:nvPr/>
        </p:nvSpPr>
        <p:spPr>
          <a:xfrm>
            <a:off x="1719072" y="8851392"/>
            <a:ext cx="877824" cy="146304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12700">
            <a:solidFill>
              <a:srgbClr val="FF5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0" name="Text 18"/>
          <p:cNvSpPr/>
          <p:nvPr/>
        </p:nvSpPr>
        <p:spPr>
          <a:xfrm>
            <a:off x="1719072" y="9107424"/>
            <a:ext cx="7443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moderation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19072" y="9729216"/>
            <a:ext cx="7443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dirty="0">
                <a:solidFill>
                  <a:srgbClr val="B9C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moderation add a remote safety layer on top of the local checks.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071451" y="32918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capabilities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4959584" y="3986784"/>
            <a:ext cx="7955280" cy="2011680"/>
          </a:xfrm>
          <a:prstGeom prst="roundRect">
            <a:avLst>
              <a:gd name="adj" fmla="val 10909"/>
            </a:avLst>
          </a:prstGeom>
          <a:solidFill>
            <a:srgbClr val="1F4C67"/>
          </a:solidFill>
          <a:ln w="12700">
            <a:solidFill>
              <a:srgbClr val="122B38">
                <a:alpha val="40000"/>
              </a:srgbClr>
            </a:solidFill>
            <a:prstDash val="solid"/>
          </a:ln>
          <a:effectLst>
            <a:outerShdw blurRad="19050" dist="508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24" name="Shape 22"/>
          <p:cNvSpPr/>
          <p:nvPr/>
        </p:nvSpPr>
        <p:spPr>
          <a:xfrm>
            <a:off x="15215616" y="4242816"/>
            <a:ext cx="877824" cy="146304"/>
          </a:xfrm>
          <a:prstGeom prst="roundRect">
            <a:avLst>
              <a:gd name="adj" fmla="val 50000"/>
            </a:avLst>
          </a:prstGeom>
          <a:solidFill>
            <a:srgbClr val="66D1FF"/>
          </a:solidFill>
          <a:ln w="12700">
            <a:solidFill>
              <a:srgbClr val="66D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5" name="Text 23"/>
          <p:cNvSpPr/>
          <p:nvPr/>
        </p:nvSpPr>
        <p:spPr>
          <a:xfrm>
            <a:off x="15215616" y="4498848"/>
            <a:ext cx="7443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Bilingual UI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5215616" y="5084064"/>
            <a:ext cx="7443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dirty="0">
                <a:solidFill>
                  <a:srgbClr val="B9C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supports Romanian and English for both input understanding and response rendering.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4959584" y="6291072"/>
            <a:ext cx="7955280" cy="2011680"/>
          </a:xfrm>
          <a:prstGeom prst="roundRect">
            <a:avLst>
              <a:gd name="adj" fmla="val 10909"/>
            </a:avLst>
          </a:prstGeom>
          <a:solidFill>
            <a:srgbClr val="1F4C67"/>
          </a:solidFill>
          <a:ln w="12700">
            <a:solidFill>
              <a:srgbClr val="122B38">
                <a:alpha val="40000"/>
              </a:srgbClr>
            </a:solidFill>
            <a:prstDash val="solid"/>
          </a:ln>
          <a:effectLst>
            <a:outerShdw blurRad="19050" dist="508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28" name="Shape 26"/>
          <p:cNvSpPr/>
          <p:nvPr/>
        </p:nvSpPr>
        <p:spPr>
          <a:xfrm>
            <a:off x="15215616" y="6547104"/>
            <a:ext cx="877824" cy="146304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12700">
            <a:solidFill>
              <a:srgbClr val="FF5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Text 27"/>
          <p:cNvSpPr/>
          <p:nvPr/>
        </p:nvSpPr>
        <p:spPr>
          <a:xfrm>
            <a:off x="15215616" y="6803136"/>
            <a:ext cx="7443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and audio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5215616" y="7406640"/>
            <a:ext cx="7443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dirty="0">
                <a:solidFill>
                  <a:srgbClr val="B9C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input can be transcribed, and final recommendations can be narrated with TTS.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4959584" y="8595360"/>
            <a:ext cx="7955280" cy="2011680"/>
          </a:xfrm>
          <a:prstGeom prst="roundRect">
            <a:avLst>
              <a:gd name="adj" fmla="val 10909"/>
            </a:avLst>
          </a:prstGeom>
          <a:solidFill>
            <a:srgbClr val="1F4C67"/>
          </a:solidFill>
          <a:ln w="12700">
            <a:solidFill>
              <a:srgbClr val="122B38">
                <a:alpha val="40000"/>
              </a:srgbClr>
            </a:solidFill>
            <a:prstDash val="solid"/>
          </a:ln>
          <a:effectLst>
            <a:outerShdw blurRad="19050" dist="508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32" name="Shape 30"/>
          <p:cNvSpPr/>
          <p:nvPr/>
        </p:nvSpPr>
        <p:spPr>
          <a:xfrm>
            <a:off x="15215616" y="8851392"/>
            <a:ext cx="877824" cy="146304"/>
          </a:xfrm>
          <a:prstGeom prst="roundRect">
            <a:avLst>
              <a:gd name="adj" fmla="val 50000"/>
            </a:avLst>
          </a:prstGeom>
          <a:solidFill>
            <a:srgbClr val="66D1FF"/>
          </a:solidFill>
          <a:ln w="12700">
            <a:solidFill>
              <a:srgbClr val="66D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3" name="Text 31"/>
          <p:cNvSpPr/>
          <p:nvPr/>
        </p:nvSpPr>
        <p:spPr>
          <a:xfrm>
            <a:off x="15215616" y="9107424"/>
            <a:ext cx="7443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generation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5215616" y="9729216"/>
            <a:ext cx="7443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dirty="0">
                <a:solidFill>
                  <a:srgbClr val="B9C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can create a representative cover concept or scene inspired by the recommendation.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0591800" y="5726020"/>
            <a:ext cx="3200400" cy="3200400"/>
          </a:xfrm>
          <a:prstGeom prst="ellipse">
            <a:avLst/>
          </a:prstGeom>
          <a:solidFill>
            <a:srgbClr val="163548"/>
          </a:solidFill>
          <a:ln w="15240">
            <a:solidFill>
              <a:srgbClr val="FF5A3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0440" y="6329524"/>
            <a:ext cx="2121408" cy="212140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5AA97E0-8F95-15BA-4B86-93581BAED559}"/>
              </a:ext>
            </a:extLst>
          </p:cNvPr>
          <p:cNvSpPr txBox="1"/>
          <p:nvPr/>
        </p:nvSpPr>
        <p:spPr>
          <a:xfrm>
            <a:off x="225287" y="12700337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Poppins Medium"/>
              </a:rPr>
              <a:t>4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15568" y="1435608"/>
            <a:ext cx="1609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chemeClr val="bg1"/>
                </a:solidFill>
                <a:latin typeface="Aptos Display" panose="020B0004020202020204" pitchFamily="34" charset="0"/>
              </a:rPr>
              <a:t>End-to-End System Flow</a:t>
            </a:r>
            <a:endParaRPr lang="en-US" sz="48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70432" y="3328416"/>
            <a:ext cx="22018752" cy="2962656"/>
          </a:xfrm>
          <a:prstGeom prst="roundRect">
            <a:avLst>
              <a:gd name="adj" fmla="val 4938"/>
            </a:avLst>
          </a:prstGeom>
          <a:solidFill>
            <a:srgbClr val="123E54">
              <a:alpha val="95000"/>
            </a:srgbClr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1609344" y="36941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1 - CATALOG UPDATE FLOW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645920" y="4297680"/>
            <a:ext cx="3511296" cy="1243584"/>
          </a:xfrm>
          <a:prstGeom prst="roundRect">
            <a:avLst>
              <a:gd name="adj" fmla="val 11765"/>
            </a:avLst>
          </a:prstGeom>
          <a:solidFill>
            <a:srgbClr val="10384C"/>
          </a:solidFill>
          <a:ln w="76200">
            <a:solidFill>
              <a:schemeClr val="bg1">
                <a:lumMod val="75000"/>
              </a:schemeClr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11" name="Shape 9"/>
          <p:cNvSpPr/>
          <p:nvPr/>
        </p:nvSpPr>
        <p:spPr>
          <a:xfrm>
            <a:off x="1865376" y="4553712"/>
            <a:ext cx="438912" cy="43891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2" name="Text 10"/>
          <p:cNvSpPr/>
          <p:nvPr/>
        </p:nvSpPr>
        <p:spPr>
          <a:xfrm>
            <a:off x="1810512" y="5138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523744" y="44988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Books</a:t>
            </a:r>
            <a:r>
              <a:rPr lang="en-US" sz="2040" dirty="0"/>
              <a:t> </a:t>
            </a:r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2040" dirty="0"/>
          </a:p>
        </p:txBody>
      </p:sp>
      <p:sp>
        <p:nvSpPr>
          <p:cNvPr id="14" name="Shape 12"/>
          <p:cNvSpPr/>
          <p:nvPr/>
        </p:nvSpPr>
        <p:spPr>
          <a:xfrm>
            <a:off x="5212080" y="4919472"/>
            <a:ext cx="256032" cy="0"/>
          </a:xfrm>
          <a:prstGeom prst="line">
            <a:avLst/>
          </a:prstGeom>
          <a:noFill/>
          <a:ln w="12700">
            <a:solidFill>
              <a:srgbClr val="FF8A66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15" name="Shape 13"/>
          <p:cNvSpPr/>
          <p:nvPr/>
        </p:nvSpPr>
        <p:spPr>
          <a:xfrm>
            <a:off x="5522976" y="4297680"/>
            <a:ext cx="3511296" cy="1243584"/>
          </a:xfrm>
          <a:prstGeom prst="roundRect">
            <a:avLst>
              <a:gd name="adj" fmla="val 11765"/>
            </a:avLst>
          </a:prstGeom>
          <a:solidFill>
            <a:srgbClr val="10384C"/>
          </a:solidFill>
          <a:ln w="12700">
            <a:solidFill>
              <a:srgbClr val="FF6B4A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16" name="Shape 14"/>
          <p:cNvSpPr/>
          <p:nvPr/>
        </p:nvSpPr>
        <p:spPr>
          <a:xfrm>
            <a:off x="5742432" y="4553712"/>
            <a:ext cx="438912" cy="43891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7" name="Text 15"/>
          <p:cNvSpPr/>
          <p:nvPr/>
        </p:nvSpPr>
        <p:spPr>
          <a:xfrm>
            <a:off x="5687568" y="5138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400800" y="44988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r>
              <a:rPr lang="en-US" sz="2040" dirty="0"/>
              <a:t> </a:t>
            </a:r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2040" dirty="0"/>
          </a:p>
        </p:txBody>
      </p:sp>
      <p:sp>
        <p:nvSpPr>
          <p:cNvPr id="19" name="Shape 17"/>
          <p:cNvSpPr/>
          <p:nvPr/>
        </p:nvSpPr>
        <p:spPr>
          <a:xfrm>
            <a:off x="9089136" y="4919472"/>
            <a:ext cx="256032" cy="0"/>
          </a:xfrm>
          <a:prstGeom prst="line">
            <a:avLst/>
          </a:prstGeom>
          <a:noFill/>
          <a:ln w="12700">
            <a:solidFill>
              <a:srgbClr val="FF8A66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20" name="Shape 18"/>
          <p:cNvSpPr/>
          <p:nvPr/>
        </p:nvSpPr>
        <p:spPr>
          <a:xfrm>
            <a:off x="9400032" y="4297680"/>
            <a:ext cx="3511296" cy="1243584"/>
          </a:xfrm>
          <a:prstGeom prst="roundRect">
            <a:avLst>
              <a:gd name="adj" fmla="val 11765"/>
            </a:avLst>
          </a:prstGeom>
          <a:solidFill>
            <a:srgbClr val="10384C"/>
          </a:solidFill>
          <a:ln w="12700">
            <a:solidFill>
              <a:srgbClr val="FF6B4A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21" name="Shape 19"/>
          <p:cNvSpPr/>
          <p:nvPr/>
        </p:nvSpPr>
        <p:spPr>
          <a:xfrm>
            <a:off x="9619488" y="4553712"/>
            <a:ext cx="438912" cy="43891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2" name="Text 20"/>
          <p:cNvSpPr/>
          <p:nvPr/>
        </p:nvSpPr>
        <p:spPr>
          <a:xfrm>
            <a:off x="9564624" y="5138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0277856" y="44988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2040" dirty="0"/>
          </a:p>
          <a:p>
            <a:pPr>
              <a:spcBef>
                <a:spcPts val="0"/>
              </a:spcBef>
            </a:pPr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book_summaries.json</a:t>
            </a:r>
            <a:endParaRPr lang="en-US" sz="2040" dirty="0"/>
          </a:p>
        </p:txBody>
      </p:sp>
      <p:sp>
        <p:nvSpPr>
          <p:cNvPr id="24" name="Shape 22"/>
          <p:cNvSpPr/>
          <p:nvPr/>
        </p:nvSpPr>
        <p:spPr>
          <a:xfrm>
            <a:off x="12966192" y="4919472"/>
            <a:ext cx="256032" cy="0"/>
          </a:xfrm>
          <a:prstGeom prst="line">
            <a:avLst/>
          </a:prstGeom>
          <a:noFill/>
          <a:ln w="12700">
            <a:solidFill>
              <a:srgbClr val="FF8A66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25" name="Shape 23"/>
          <p:cNvSpPr/>
          <p:nvPr/>
        </p:nvSpPr>
        <p:spPr>
          <a:xfrm>
            <a:off x="13277088" y="4297680"/>
            <a:ext cx="3511296" cy="1243584"/>
          </a:xfrm>
          <a:prstGeom prst="roundRect">
            <a:avLst>
              <a:gd name="adj" fmla="val 11765"/>
            </a:avLst>
          </a:prstGeom>
          <a:solidFill>
            <a:srgbClr val="10384C"/>
          </a:solidFill>
          <a:ln w="12700">
            <a:solidFill>
              <a:srgbClr val="FF6B4A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26" name="Shape 24"/>
          <p:cNvSpPr/>
          <p:nvPr/>
        </p:nvSpPr>
        <p:spPr>
          <a:xfrm>
            <a:off x="13496544" y="4553712"/>
            <a:ext cx="438912" cy="43891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7" name="Text 25"/>
          <p:cNvSpPr/>
          <p:nvPr/>
        </p:nvSpPr>
        <p:spPr>
          <a:xfrm>
            <a:off x="13441680" y="5138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14154912" y="44988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tool cache</a:t>
            </a:r>
            <a:endParaRPr lang="en-US" sz="2040" dirty="0"/>
          </a:p>
        </p:txBody>
      </p:sp>
      <p:sp>
        <p:nvSpPr>
          <p:cNvPr id="29" name="Shape 27"/>
          <p:cNvSpPr/>
          <p:nvPr/>
        </p:nvSpPr>
        <p:spPr>
          <a:xfrm>
            <a:off x="16843248" y="4919472"/>
            <a:ext cx="256032" cy="0"/>
          </a:xfrm>
          <a:prstGeom prst="line">
            <a:avLst/>
          </a:prstGeom>
          <a:noFill/>
          <a:ln w="12700">
            <a:solidFill>
              <a:srgbClr val="FF8A66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30" name="Shape 28"/>
          <p:cNvSpPr/>
          <p:nvPr/>
        </p:nvSpPr>
        <p:spPr>
          <a:xfrm>
            <a:off x="17154144" y="4297680"/>
            <a:ext cx="3511296" cy="1243584"/>
          </a:xfrm>
          <a:prstGeom prst="roundRect">
            <a:avLst>
              <a:gd name="adj" fmla="val 11765"/>
            </a:avLst>
          </a:prstGeom>
          <a:solidFill>
            <a:srgbClr val="10384C"/>
          </a:solidFill>
          <a:ln w="12700">
            <a:solidFill>
              <a:srgbClr val="FF6B4A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31" name="Shape 29"/>
          <p:cNvSpPr/>
          <p:nvPr/>
        </p:nvSpPr>
        <p:spPr>
          <a:xfrm>
            <a:off x="17373600" y="4553712"/>
            <a:ext cx="438912" cy="43891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2" name="Text 30"/>
          <p:cNvSpPr/>
          <p:nvPr/>
        </p:nvSpPr>
        <p:spPr>
          <a:xfrm>
            <a:off x="17318736" y="5138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18031968" y="44988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ChromaDB</a:t>
            </a:r>
            <a:endParaRPr lang="en-US" sz="2040" dirty="0"/>
          </a:p>
        </p:txBody>
      </p:sp>
      <p:sp>
        <p:nvSpPr>
          <p:cNvPr id="34" name="Shape 32"/>
          <p:cNvSpPr/>
          <p:nvPr/>
        </p:nvSpPr>
        <p:spPr>
          <a:xfrm>
            <a:off x="12179808" y="6309360"/>
            <a:ext cx="12192" cy="1627632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35" name="Shape 33"/>
          <p:cNvSpPr/>
          <p:nvPr/>
        </p:nvSpPr>
        <p:spPr>
          <a:xfrm>
            <a:off x="9802368" y="6693408"/>
            <a:ext cx="4754880" cy="841248"/>
          </a:xfrm>
          <a:prstGeom prst="roundRect">
            <a:avLst/>
          </a:prstGeom>
          <a:solidFill>
            <a:schemeClr val="bg2"/>
          </a:solidFill>
          <a:ln w="12700">
            <a:solidFill>
              <a:srgbClr val="70D6A6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6" name="Text 34"/>
          <p:cNvSpPr/>
          <p:nvPr/>
        </p:nvSpPr>
        <p:spPr>
          <a:xfrm>
            <a:off x="9948672" y="6858000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0" b="1" dirty="0">
                <a:solidFill>
                  <a:srgbClr val="072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ready for runtime</a:t>
            </a:r>
            <a:endParaRPr lang="en-US" sz="2020" dirty="0"/>
          </a:p>
        </p:txBody>
      </p:sp>
      <p:sp>
        <p:nvSpPr>
          <p:cNvPr id="37" name="Shape 35"/>
          <p:cNvSpPr/>
          <p:nvPr/>
        </p:nvSpPr>
        <p:spPr>
          <a:xfrm>
            <a:off x="1170432" y="7936992"/>
            <a:ext cx="22018752" cy="4389120"/>
          </a:xfrm>
          <a:prstGeom prst="roundRect">
            <a:avLst>
              <a:gd name="adj" fmla="val 3333"/>
            </a:avLst>
          </a:prstGeom>
          <a:solidFill>
            <a:srgbClr val="123E54">
              <a:alpha val="95000"/>
            </a:srgbClr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8" name="Text 36"/>
          <p:cNvSpPr/>
          <p:nvPr/>
        </p:nvSpPr>
        <p:spPr>
          <a:xfrm>
            <a:off x="1609344" y="8339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2 - MAIN RUNTIME FLOW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1682496" y="8887968"/>
            <a:ext cx="2615184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40" name="Shape 38"/>
          <p:cNvSpPr/>
          <p:nvPr/>
        </p:nvSpPr>
        <p:spPr>
          <a:xfrm>
            <a:off x="1901952" y="9144000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1" name="Text 39"/>
          <p:cNvSpPr/>
          <p:nvPr/>
        </p:nvSpPr>
        <p:spPr>
          <a:xfrm>
            <a:off x="1847088" y="9619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2560320" y="9089136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UI</a:t>
            </a:r>
            <a:endParaRPr lang="en-US" sz="1840" dirty="0"/>
          </a:p>
        </p:txBody>
      </p:sp>
      <p:sp>
        <p:nvSpPr>
          <p:cNvPr id="43" name="Shape 41"/>
          <p:cNvSpPr/>
          <p:nvPr/>
        </p:nvSpPr>
        <p:spPr>
          <a:xfrm>
            <a:off x="4315968" y="9454896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44" name="Shape 42"/>
          <p:cNvSpPr/>
          <p:nvPr/>
        </p:nvSpPr>
        <p:spPr>
          <a:xfrm>
            <a:off x="4517136" y="8887968"/>
            <a:ext cx="2615184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45" name="Shape 43"/>
          <p:cNvSpPr/>
          <p:nvPr/>
        </p:nvSpPr>
        <p:spPr>
          <a:xfrm>
            <a:off x="4736592" y="9144000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6" name="Text 44"/>
          <p:cNvSpPr/>
          <p:nvPr/>
        </p:nvSpPr>
        <p:spPr>
          <a:xfrm>
            <a:off x="4681728" y="9619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80" dirty="0"/>
          </a:p>
        </p:txBody>
      </p:sp>
      <p:sp>
        <p:nvSpPr>
          <p:cNvPr id="47" name="Text 45"/>
          <p:cNvSpPr/>
          <p:nvPr/>
        </p:nvSpPr>
        <p:spPr>
          <a:xfrm>
            <a:off x="5394960" y="9089136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840" dirty="0"/>
          </a:p>
        </p:txBody>
      </p:sp>
      <p:sp>
        <p:nvSpPr>
          <p:cNvPr id="48" name="Shape 46"/>
          <p:cNvSpPr/>
          <p:nvPr/>
        </p:nvSpPr>
        <p:spPr>
          <a:xfrm>
            <a:off x="7150608" y="9454896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49" name="Shape 47"/>
          <p:cNvSpPr/>
          <p:nvPr/>
        </p:nvSpPr>
        <p:spPr>
          <a:xfrm>
            <a:off x="7351776" y="8887968"/>
            <a:ext cx="2615184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50" name="Shape 48"/>
          <p:cNvSpPr/>
          <p:nvPr/>
        </p:nvSpPr>
        <p:spPr>
          <a:xfrm>
            <a:off x="7571232" y="9144000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1" name="Text 49"/>
          <p:cNvSpPr/>
          <p:nvPr/>
        </p:nvSpPr>
        <p:spPr>
          <a:xfrm>
            <a:off x="7516368" y="9619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80" dirty="0"/>
          </a:p>
        </p:txBody>
      </p:sp>
      <p:sp>
        <p:nvSpPr>
          <p:cNvPr id="52" name="Text 50"/>
          <p:cNvSpPr/>
          <p:nvPr/>
        </p:nvSpPr>
        <p:spPr>
          <a:xfrm>
            <a:off x="8229600" y="9089136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840" dirty="0"/>
          </a:p>
          <a:p>
            <a:pPr>
              <a:spcBef>
                <a:spcPts val="0"/>
              </a:spcBef>
            </a:pPr>
            <a:r>
              <a:rPr lang="en-US" sz="18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1840" dirty="0"/>
          </a:p>
        </p:txBody>
      </p:sp>
      <p:sp>
        <p:nvSpPr>
          <p:cNvPr id="53" name="Shape 51"/>
          <p:cNvSpPr/>
          <p:nvPr/>
        </p:nvSpPr>
        <p:spPr>
          <a:xfrm>
            <a:off x="9985248" y="9454896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54" name="Shape 52"/>
          <p:cNvSpPr/>
          <p:nvPr/>
        </p:nvSpPr>
        <p:spPr>
          <a:xfrm>
            <a:off x="10186416" y="8887968"/>
            <a:ext cx="2615184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55" name="Shape 53"/>
          <p:cNvSpPr/>
          <p:nvPr/>
        </p:nvSpPr>
        <p:spPr>
          <a:xfrm>
            <a:off x="10405872" y="9144000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6" name="Text 54"/>
          <p:cNvSpPr/>
          <p:nvPr/>
        </p:nvSpPr>
        <p:spPr>
          <a:xfrm>
            <a:off x="10351008" y="9619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80" dirty="0"/>
          </a:p>
        </p:txBody>
      </p:sp>
      <p:sp>
        <p:nvSpPr>
          <p:cNvPr id="57" name="Text 55"/>
          <p:cNvSpPr/>
          <p:nvPr/>
        </p:nvSpPr>
        <p:spPr>
          <a:xfrm>
            <a:off x="11064240" y="9089136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Check</a:t>
            </a:r>
            <a:endParaRPr lang="en-US" sz="1840" dirty="0"/>
          </a:p>
        </p:txBody>
      </p:sp>
      <p:sp>
        <p:nvSpPr>
          <p:cNvPr id="58" name="Shape 56"/>
          <p:cNvSpPr/>
          <p:nvPr/>
        </p:nvSpPr>
        <p:spPr>
          <a:xfrm>
            <a:off x="12819888" y="9454896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59" name="Shape 57"/>
          <p:cNvSpPr/>
          <p:nvPr/>
        </p:nvSpPr>
        <p:spPr>
          <a:xfrm>
            <a:off x="13021056" y="8887968"/>
            <a:ext cx="2615184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60" name="Shape 58"/>
          <p:cNvSpPr/>
          <p:nvPr/>
        </p:nvSpPr>
        <p:spPr>
          <a:xfrm>
            <a:off x="13240512" y="9144000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1" name="Text 59"/>
          <p:cNvSpPr/>
          <p:nvPr/>
        </p:nvSpPr>
        <p:spPr>
          <a:xfrm>
            <a:off x="13185648" y="9619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80" dirty="0"/>
          </a:p>
        </p:txBody>
      </p:sp>
      <p:sp>
        <p:nvSpPr>
          <p:cNvPr id="62" name="Text 60"/>
          <p:cNvSpPr/>
          <p:nvPr/>
        </p:nvSpPr>
        <p:spPr>
          <a:xfrm>
            <a:off x="13898880" y="9089136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en-US" sz="180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Moderation</a:t>
            </a: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(input)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654528" y="9454896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64" name="Shape 62"/>
          <p:cNvSpPr/>
          <p:nvPr/>
        </p:nvSpPr>
        <p:spPr>
          <a:xfrm>
            <a:off x="15855696" y="8887968"/>
            <a:ext cx="2615184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65" name="Shape 63"/>
          <p:cNvSpPr/>
          <p:nvPr/>
        </p:nvSpPr>
        <p:spPr>
          <a:xfrm>
            <a:off x="16075152" y="9144000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6" name="Text 64"/>
          <p:cNvSpPr/>
          <p:nvPr/>
        </p:nvSpPr>
        <p:spPr>
          <a:xfrm>
            <a:off x="16020288" y="9619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80" dirty="0"/>
          </a:p>
        </p:txBody>
      </p:sp>
      <p:sp>
        <p:nvSpPr>
          <p:cNvPr id="67" name="Text 65"/>
          <p:cNvSpPr/>
          <p:nvPr/>
        </p:nvSpPr>
        <p:spPr>
          <a:xfrm>
            <a:off x="16733520" y="9089136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840" dirty="0"/>
          </a:p>
        </p:txBody>
      </p:sp>
      <p:sp>
        <p:nvSpPr>
          <p:cNvPr id="68" name="Shape 66"/>
          <p:cNvSpPr/>
          <p:nvPr/>
        </p:nvSpPr>
        <p:spPr>
          <a:xfrm>
            <a:off x="18489168" y="9454896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69" name="Shape 67"/>
          <p:cNvSpPr/>
          <p:nvPr/>
        </p:nvSpPr>
        <p:spPr>
          <a:xfrm>
            <a:off x="18690336" y="8887968"/>
            <a:ext cx="2615184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70" name="Shape 68"/>
          <p:cNvSpPr/>
          <p:nvPr/>
        </p:nvSpPr>
        <p:spPr>
          <a:xfrm>
            <a:off x="18909792" y="9144000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1" name="Text 69"/>
          <p:cNvSpPr/>
          <p:nvPr/>
        </p:nvSpPr>
        <p:spPr>
          <a:xfrm>
            <a:off x="18854928" y="9619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80" dirty="0"/>
          </a:p>
        </p:txBody>
      </p:sp>
      <p:sp>
        <p:nvSpPr>
          <p:cNvPr id="72" name="Text 70"/>
          <p:cNvSpPr/>
          <p:nvPr/>
        </p:nvSpPr>
        <p:spPr>
          <a:xfrm>
            <a:off x="19568160" y="9089136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4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ChromaDB</a:t>
            </a:r>
            <a:endParaRPr lang="en-US" sz="1840" dirty="0"/>
          </a:p>
        </p:txBody>
      </p:sp>
      <p:sp>
        <p:nvSpPr>
          <p:cNvPr id="74" name="Shape 72"/>
          <p:cNvSpPr/>
          <p:nvPr/>
        </p:nvSpPr>
        <p:spPr>
          <a:xfrm>
            <a:off x="2633472" y="10936224"/>
            <a:ext cx="3017520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75" name="Shape 73"/>
          <p:cNvSpPr/>
          <p:nvPr/>
        </p:nvSpPr>
        <p:spPr>
          <a:xfrm>
            <a:off x="2852928" y="11192256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6" name="Text 74"/>
          <p:cNvSpPr/>
          <p:nvPr/>
        </p:nvSpPr>
        <p:spPr>
          <a:xfrm>
            <a:off x="2798064" y="116677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80" dirty="0"/>
          </a:p>
        </p:txBody>
      </p:sp>
      <p:sp>
        <p:nvSpPr>
          <p:cNvPr id="77" name="Text 75"/>
          <p:cNvSpPr/>
          <p:nvPr/>
        </p:nvSpPr>
        <p:spPr>
          <a:xfrm>
            <a:off x="3511296" y="1113739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2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</a:t>
            </a:r>
            <a:endParaRPr lang="en-US" sz="1820" dirty="0"/>
          </a:p>
        </p:txBody>
      </p:sp>
      <p:sp>
        <p:nvSpPr>
          <p:cNvPr id="78" name="Shape 76"/>
          <p:cNvSpPr/>
          <p:nvPr/>
        </p:nvSpPr>
        <p:spPr>
          <a:xfrm>
            <a:off x="5669280" y="11503152"/>
            <a:ext cx="219456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79" name="Shape 77"/>
          <p:cNvSpPr/>
          <p:nvPr/>
        </p:nvSpPr>
        <p:spPr>
          <a:xfrm>
            <a:off x="5907024" y="10936224"/>
            <a:ext cx="3017520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80" name="Shape 78"/>
          <p:cNvSpPr/>
          <p:nvPr/>
        </p:nvSpPr>
        <p:spPr>
          <a:xfrm>
            <a:off x="6126480" y="11192256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1" name="Text 79"/>
          <p:cNvSpPr/>
          <p:nvPr/>
        </p:nvSpPr>
        <p:spPr>
          <a:xfrm>
            <a:off x="6071616" y="116677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80" dirty="0"/>
          </a:p>
        </p:txBody>
      </p:sp>
      <p:sp>
        <p:nvSpPr>
          <p:cNvPr id="82" name="Text 80"/>
          <p:cNvSpPr/>
          <p:nvPr/>
        </p:nvSpPr>
        <p:spPr>
          <a:xfrm>
            <a:off x="6784848" y="1113739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2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Tool</a:t>
            </a:r>
            <a:endParaRPr lang="en-US" sz="1820" dirty="0"/>
          </a:p>
        </p:txBody>
      </p:sp>
      <p:sp>
        <p:nvSpPr>
          <p:cNvPr id="83" name="Shape 81"/>
          <p:cNvSpPr/>
          <p:nvPr/>
        </p:nvSpPr>
        <p:spPr>
          <a:xfrm>
            <a:off x="8942832" y="11503152"/>
            <a:ext cx="219456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84" name="Shape 82"/>
          <p:cNvSpPr/>
          <p:nvPr/>
        </p:nvSpPr>
        <p:spPr>
          <a:xfrm>
            <a:off x="9180576" y="10936224"/>
            <a:ext cx="3017520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85" name="Shape 83"/>
          <p:cNvSpPr/>
          <p:nvPr/>
        </p:nvSpPr>
        <p:spPr>
          <a:xfrm>
            <a:off x="9400032" y="11192256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6" name="Text 84"/>
          <p:cNvSpPr/>
          <p:nvPr/>
        </p:nvSpPr>
        <p:spPr>
          <a:xfrm>
            <a:off x="9345168" y="116677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80" dirty="0"/>
          </a:p>
        </p:txBody>
      </p:sp>
      <p:sp>
        <p:nvSpPr>
          <p:cNvPr id="87" name="Text 85"/>
          <p:cNvSpPr/>
          <p:nvPr/>
        </p:nvSpPr>
        <p:spPr>
          <a:xfrm>
            <a:off x="10058400" y="1113739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2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Catalog</a:t>
            </a:r>
            <a:endParaRPr lang="en-US" sz="1820" dirty="0"/>
          </a:p>
        </p:txBody>
      </p:sp>
      <p:sp>
        <p:nvSpPr>
          <p:cNvPr id="88" name="Shape 86"/>
          <p:cNvSpPr/>
          <p:nvPr/>
        </p:nvSpPr>
        <p:spPr>
          <a:xfrm>
            <a:off x="12216384" y="11503152"/>
            <a:ext cx="219456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89" name="Shape 87"/>
          <p:cNvSpPr/>
          <p:nvPr/>
        </p:nvSpPr>
        <p:spPr>
          <a:xfrm>
            <a:off x="12454128" y="10936224"/>
            <a:ext cx="3017520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90" name="Shape 88"/>
          <p:cNvSpPr/>
          <p:nvPr/>
        </p:nvSpPr>
        <p:spPr>
          <a:xfrm>
            <a:off x="12673584" y="11192256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1" name="Text 89"/>
          <p:cNvSpPr/>
          <p:nvPr/>
        </p:nvSpPr>
        <p:spPr>
          <a:xfrm>
            <a:off x="12618720" y="116677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80" dirty="0"/>
          </a:p>
        </p:txBody>
      </p:sp>
      <p:sp>
        <p:nvSpPr>
          <p:cNvPr id="92" name="Text 90"/>
          <p:cNvSpPr/>
          <p:nvPr/>
        </p:nvSpPr>
        <p:spPr>
          <a:xfrm>
            <a:off x="13331952" y="1113739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2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Builder</a:t>
            </a:r>
            <a:endParaRPr lang="en-US" sz="1820" dirty="0"/>
          </a:p>
        </p:txBody>
      </p:sp>
      <p:sp>
        <p:nvSpPr>
          <p:cNvPr id="93" name="Shape 91"/>
          <p:cNvSpPr/>
          <p:nvPr/>
        </p:nvSpPr>
        <p:spPr>
          <a:xfrm>
            <a:off x="15489936" y="11503152"/>
            <a:ext cx="219456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94" name="Shape 92"/>
          <p:cNvSpPr/>
          <p:nvPr/>
        </p:nvSpPr>
        <p:spPr>
          <a:xfrm>
            <a:off x="15727680" y="10936224"/>
            <a:ext cx="3017520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12700">
            <a:solidFill>
              <a:srgbClr val="49B8E8"/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95" name="Shape 93"/>
          <p:cNvSpPr/>
          <p:nvPr/>
        </p:nvSpPr>
        <p:spPr>
          <a:xfrm>
            <a:off x="15947136" y="11192256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6" name="Text 94"/>
          <p:cNvSpPr/>
          <p:nvPr/>
        </p:nvSpPr>
        <p:spPr>
          <a:xfrm>
            <a:off x="15892272" y="116677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80" dirty="0"/>
          </a:p>
        </p:txBody>
      </p:sp>
      <p:sp>
        <p:nvSpPr>
          <p:cNvPr id="97" name="Text 95"/>
          <p:cNvSpPr/>
          <p:nvPr/>
        </p:nvSpPr>
        <p:spPr>
          <a:xfrm>
            <a:off x="16605504" y="1113739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2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Moderation</a:t>
            </a:r>
            <a:endParaRPr lang="en-US" sz="1820" dirty="0"/>
          </a:p>
          <a:p>
            <a:pPr>
              <a:spcBef>
                <a:spcPts val="0"/>
              </a:spcBef>
            </a:pPr>
            <a:r>
              <a:rPr lang="en-US" sz="182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(output, optional)</a:t>
            </a:r>
            <a:endParaRPr lang="en-US" sz="1820" dirty="0"/>
          </a:p>
        </p:txBody>
      </p:sp>
      <p:sp>
        <p:nvSpPr>
          <p:cNvPr id="98" name="Shape 96"/>
          <p:cNvSpPr/>
          <p:nvPr/>
        </p:nvSpPr>
        <p:spPr>
          <a:xfrm>
            <a:off x="18763488" y="11503152"/>
            <a:ext cx="219456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99" name="Shape 97"/>
          <p:cNvSpPr/>
          <p:nvPr/>
        </p:nvSpPr>
        <p:spPr>
          <a:xfrm>
            <a:off x="19001232" y="10936224"/>
            <a:ext cx="3017520" cy="1133856"/>
          </a:xfrm>
          <a:prstGeom prst="roundRect">
            <a:avLst>
              <a:gd name="adj" fmla="val 12903"/>
            </a:avLst>
          </a:prstGeom>
          <a:solidFill>
            <a:srgbClr val="10384C"/>
          </a:solidFill>
          <a:ln w="762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2032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100" name="Shape 98"/>
          <p:cNvSpPr/>
          <p:nvPr/>
        </p:nvSpPr>
        <p:spPr>
          <a:xfrm>
            <a:off x="19220688" y="11192256"/>
            <a:ext cx="438912" cy="438912"/>
          </a:xfrm>
          <a:prstGeom prst="ellipse">
            <a:avLst/>
          </a:prstGeom>
          <a:solidFill>
            <a:srgbClr val="49B8E8"/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01" name="Text 99"/>
          <p:cNvSpPr/>
          <p:nvPr/>
        </p:nvSpPr>
        <p:spPr>
          <a:xfrm>
            <a:off x="19165824" y="116677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4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80" dirty="0"/>
          </a:p>
        </p:txBody>
      </p:sp>
      <p:sp>
        <p:nvSpPr>
          <p:cNvPr id="102" name="Text 100"/>
          <p:cNvSpPr/>
          <p:nvPr/>
        </p:nvSpPr>
        <p:spPr>
          <a:xfrm>
            <a:off x="19879056" y="1113739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2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Response</a:t>
            </a:r>
            <a:endParaRPr lang="en-US" sz="1820" dirty="0"/>
          </a:p>
        </p:txBody>
      </p:sp>
      <p:sp>
        <p:nvSpPr>
          <p:cNvPr id="107" name="Shape 66">
            <a:extLst>
              <a:ext uri="{FF2B5EF4-FFF2-40B4-BE49-F238E27FC236}">
                <a16:creationId xmlns:a16="http://schemas.microsoft.com/office/drawing/2014/main" id="{51AD9191-32D9-542C-458D-112E665EB0CA}"/>
              </a:ext>
            </a:extLst>
          </p:cNvPr>
          <p:cNvSpPr/>
          <p:nvPr/>
        </p:nvSpPr>
        <p:spPr>
          <a:xfrm>
            <a:off x="21305520" y="9471152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108" name="Shape 66">
            <a:extLst>
              <a:ext uri="{FF2B5EF4-FFF2-40B4-BE49-F238E27FC236}">
                <a16:creationId xmlns:a16="http://schemas.microsoft.com/office/drawing/2014/main" id="{FE89DF36-6F3E-8BA0-6022-155461C47ED6}"/>
              </a:ext>
            </a:extLst>
          </p:cNvPr>
          <p:cNvSpPr/>
          <p:nvPr/>
        </p:nvSpPr>
        <p:spPr>
          <a:xfrm>
            <a:off x="2450592" y="11503152"/>
            <a:ext cx="182880" cy="0"/>
          </a:xfrm>
          <a:prstGeom prst="line">
            <a:avLst/>
          </a:prstGeom>
          <a:noFill/>
          <a:ln w="12700">
            <a:solidFill>
              <a:srgbClr val="49B8E8"/>
            </a:solidFill>
            <a:prstDash val="solid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67BD033-01EB-D84A-52C2-A90E37CFDD42}"/>
              </a:ext>
            </a:extLst>
          </p:cNvPr>
          <p:cNvSpPr txBox="1"/>
          <p:nvPr/>
        </p:nvSpPr>
        <p:spPr>
          <a:xfrm>
            <a:off x="225287" y="12700337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Poppins Medium"/>
              </a:rPr>
              <a:t>5 / 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184AD34-7CBE-420E-AA49-F2C719C89F7A}"/>
              </a:ext>
            </a:extLst>
          </p:cNvPr>
          <p:cNvSpPr/>
          <p:nvPr/>
        </p:nvSpPr>
        <p:spPr>
          <a:xfrm>
            <a:off x="6745998" y="-18707"/>
            <a:ext cx="10992072" cy="7834058"/>
          </a:xfrm>
          <a:custGeom>
            <a:avLst/>
            <a:gdLst>
              <a:gd name="connsiteX0" fmla="*/ 0 w 5496036"/>
              <a:gd name="connsiteY0" fmla="*/ 5121 h 3917029"/>
              <a:gd name="connsiteX1" fmla="*/ 5486188 w 5496036"/>
              <a:gd name="connsiteY1" fmla="*/ 5121 h 3917029"/>
              <a:gd name="connsiteX2" fmla="*/ 5466014 w 5496036"/>
              <a:gd name="connsiteY2" fmla="*/ 15612 h 3917029"/>
              <a:gd name="connsiteX3" fmla="*/ 2786780 w 5496036"/>
              <a:gd name="connsiteY3" fmla="*/ 3534676 h 3917029"/>
              <a:gd name="connsiteX4" fmla="*/ 2725384 w 5496036"/>
              <a:gd name="connsiteY4" fmla="*/ 3917029 h 3917029"/>
              <a:gd name="connsiteX5" fmla="*/ 2660590 w 5496036"/>
              <a:gd name="connsiteY5" fmla="*/ 3513508 h 3917029"/>
              <a:gd name="connsiteX6" fmla="*/ 182332 w 5496036"/>
              <a:gd name="connsiteY6" fmla="*/ 109721 h 3917029"/>
              <a:gd name="connsiteX7" fmla="*/ 0 w 5496036"/>
              <a:gd name="connsiteY7" fmla="*/ 5137 h 3917029"/>
              <a:gd name="connsiteX8" fmla="*/ 5496036 w 5496036"/>
              <a:gd name="connsiteY8" fmla="*/ 0 h 3917029"/>
              <a:gd name="connsiteX9" fmla="*/ 5496036 w 5496036"/>
              <a:gd name="connsiteY9" fmla="*/ 5121 h 3917029"/>
              <a:gd name="connsiteX10" fmla="*/ 5486188 w 5496036"/>
              <a:gd name="connsiteY10" fmla="*/ 5121 h 3917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96036" h="3917029">
                <a:moveTo>
                  <a:pt x="0" y="5121"/>
                </a:moveTo>
                <a:lnTo>
                  <a:pt x="5486188" y="5121"/>
                </a:lnTo>
                <a:lnTo>
                  <a:pt x="5466014" y="15612"/>
                </a:lnTo>
                <a:cubicBezTo>
                  <a:pt x="4107860" y="757889"/>
                  <a:pt x="3110776" y="2029764"/>
                  <a:pt x="2786780" y="3534676"/>
                </a:cubicBezTo>
                <a:lnTo>
                  <a:pt x="2725384" y="3917029"/>
                </a:lnTo>
                <a:lnTo>
                  <a:pt x="2660590" y="3513508"/>
                </a:lnTo>
                <a:cubicBezTo>
                  <a:pt x="2352794" y="2083841"/>
                  <a:pt x="1437536" y="864491"/>
                  <a:pt x="182332" y="109721"/>
                </a:cubicBezTo>
                <a:lnTo>
                  <a:pt x="0" y="5137"/>
                </a:lnTo>
                <a:close/>
                <a:moveTo>
                  <a:pt x="5496036" y="0"/>
                </a:moveTo>
                <a:lnTo>
                  <a:pt x="5496036" y="5121"/>
                </a:lnTo>
                <a:lnTo>
                  <a:pt x="5486188" y="51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5792FE-C98B-4245-9146-AE60682504F9}"/>
              </a:ext>
            </a:extLst>
          </p:cNvPr>
          <p:cNvSpPr txBox="1"/>
          <p:nvPr/>
        </p:nvSpPr>
        <p:spPr>
          <a:xfrm>
            <a:off x="-8273" y="2875361"/>
            <a:ext cx="10617749" cy="1240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FF423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What was tested</a:t>
            </a:r>
            <a:endParaRPr lang="en-US" sz="6600" dirty="0">
              <a:solidFill>
                <a:srgbClr val="FF4230"/>
              </a:solidFill>
              <a:latin typeface="Aptos" panose="020B0004020202020204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07E491E-2C8C-4017-BEA2-44B36E96E6A8}"/>
              </a:ext>
            </a:extLst>
          </p:cNvPr>
          <p:cNvGrpSpPr/>
          <p:nvPr/>
        </p:nvGrpSpPr>
        <p:grpSpPr>
          <a:xfrm>
            <a:off x="4675018" y="-776266"/>
            <a:ext cx="15026148" cy="12941356"/>
            <a:chOff x="2924175" y="-240515"/>
            <a:chExt cx="5800725" cy="4995909"/>
          </a:xfrm>
          <a:solidFill>
            <a:schemeClr val="bg2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0C31036-E900-4054-A4D4-8672283C7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2346" y="3502928"/>
              <a:ext cx="767954" cy="772762"/>
            </a:xfrm>
            <a:custGeom>
              <a:avLst/>
              <a:gdLst>
                <a:gd name="T0" fmla="*/ 486 w 486"/>
                <a:gd name="T1" fmla="*/ 287 h 502"/>
                <a:gd name="T2" fmla="*/ 243 w 486"/>
                <a:gd name="T3" fmla="*/ 0 h 502"/>
                <a:gd name="T4" fmla="*/ 0 w 486"/>
                <a:gd name="T5" fmla="*/ 287 h 502"/>
                <a:gd name="T6" fmla="*/ 74 w 486"/>
                <a:gd name="T7" fmla="*/ 493 h 502"/>
                <a:gd name="T8" fmla="*/ 74 w 486"/>
                <a:gd name="T9" fmla="*/ 344 h 502"/>
                <a:gd name="T10" fmla="*/ 143 w 486"/>
                <a:gd name="T11" fmla="*/ 274 h 502"/>
                <a:gd name="T12" fmla="*/ 160 w 486"/>
                <a:gd name="T13" fmla="*/ 274 h 502"/>
                <a:gd name="T14" fmla="*/ 160 w 486"/>
                <a:gd name="T15" fmla="*/ 231 h 502"/>
                <a:gd name="T16" fmla="*/ 239 w 486"/>
                <a:gd name="T17" fmla="*/ 152 h 502"/>
                <a:gd name="T18" fmla="*/ 317 w 486"/>
                <a:gd name="T19" fmla="*/ 231 h 502"/>
                <a:gd name="T20" fmla="*/ 317 w 486"/>
                <a:gd name="T21" fmla="*/ 274 h 502"/>
                <a:gd name="T22" fmla="*/ 334 w 486"/>
                <a:gd name="T23" fmla="*/ 274 h 502"/>
                <a:gd name="T24" fmla="*/ 404 w 486"/>
                <a:gd name="T25" fmla="*/ 344 h 502"/>
                <a:gd name="T26" fmla="*/ 404 w 486"/>
                <a:gd name="T27" fmla="*/ 502 h 502"/>
                <a:gd name="T28" fmla="*/ 486 w 486"/>
                <a:gd name="T29" fmla="*/ 287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6" h="502">
                  <a:moveTo>
                    <a:pt x="486" y="287"/>
                  </a:moveTo>
                  <a:cubicBezTo>
                    <a:pt x="486" y="129"/>
                    <a:pt x="377" y="0"/>
                    <a:pt x="243" y="0"/>
                  </a:cubicBezTo>
                  <a:cubicBezTo>
                    <a:pt x="109" y="0"/>
                    <a:pt x="0" y="129"/>
                    <a:pt x="0" y="287"/>
                  </a:cubicBezTo>
                  <a:cubicBezTo>
                    <a:pt x="0" y="368"/>
                    <a:pt x="28" y="441"/>
                    <a:pt x="74" y="493"/>
                  </a:cubicBezTo>
                  <a:cubicBezTo>
                    <a:pt x="74" y="344"/>
                    <a:pt x="74" y="344"/>
                    <a:pt x="74" y="344"/>
                  </a:cubicBezTo>
                  <a:cubicBezTo>
                    <a:pt x="74" y="305"/>
                    <a:pt x="105" y="274"/>
                    <a:pt x="143" y="274"/>
                  </a:cubicBezTo>
                  <a:cubicBezTo>
                    <a:pt x="160" y="274"/>
                    <a:pt x="160" y="274"/>
                    <a:pt x="160" y="274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188"/>
                    <a:pt x="195" y="152"/>
                    <a:pt x="239" y="152"/>
                  </a:cubicBezTo>
                  <a:cubicBezTo>
                    <a:pt x="282" y="152"/>
                    <a:pt x="317" y="188"/>
                    <a:pt x="317" y="231"/>
                  </a:cubicBezTo>
                  <a:cubicBezTo>
                    <a:pt x="317" y="274"/>
                    <a:pt x="317" y="274"/>
                    <a:pt x="317" y="274"/>
                  </a:cubicBezTo>
                  <a:cubicBezTo>
                    <a:pt x="334" y="274"/>
                    <a:pt x="334" y="274"/>
                    <a:pt x="334" y="274"/>
                  </a:cubicBezTo>
                  <a:cubicBezTo>
                    <a:pt x="372" y="274"/>
                    <a:pt x="404" y="305"/>
                    <a:pt x="404" y="344"/>
                  </a:cubicBezTo>
                  <a:cubicBezTo>
                    <a:pt x="404" y="502"/>
                    <a:pt x="404" y="502"/>
                    <a:pt x="404" y="502"/>
                  </a:cubicBezTo>
                  <a:cubicBezTo>
                    <a:pt x="454" y="450"/>
                    <a:pt x="486" y="373"/>
                    <a:pt x="486" y="28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08F16235-720C-4F40-A03D-B2A576C13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527" y="3813428"/>
              <a:ext cx="139304" cy="345388"/>
            </a:xfrm>
            <a:custGeom>
              <a:avLst/>
              <a:gdLst>
                <a:gd name="T0" fmla="*/ 47 w 87"/>
                <a:gd name="T1" fmla="*/ 0 h 224"/>
                <a:gd name="T2" fmla="*/ 40 w 87"/>
                <a:gd name="T3" fmla="*/ 0 h 224"/>
                <a:gd name="T4" fmla="*/ 0 w 87"/>
                <a:gd name="T5" fmla="*/ 40 h 224"/>
                <a:gd name="T6" fmla="*/ 0 w 87"/>
                <a:gd name="T7" fmla="*/ 184 h 224"/>
                <a:gd name="T8" fmla="*/ 40 w 87"/>
                <a:gd name="T9" fmla="*/ 224 h 224"/>
                <a:gd name="T10" fmla="*/ 47 w 87"/>
                <a:gd name="T11" fmla="*/ 224 h 224"/>
                <a:gd name="T12" fmla="*/ 87 w 87"/>
                <a:gd name="T13" fmla="*/ 184 h 224"/>
                <a:gd name="T14" fmla="*/ 87 w 87"/>
                <a:gd name="T15" fmla="*/ 40 h 224"/>
                <a:gd name="T16" fmla="*/ 47 w 87"/>
                <a:gd name="T17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224">
                  <a:moveTo>
                    <a:pt x="47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206"/>
                    <a:pt x="18" y="224"/>
                    <a:pt x="40" y="224"/>
                  </a:cubicBezTo>
                  <a:cubicBezTo>
                    <a:pt x="47" y="224"/>
                    <a:pt x="47" y="224"/>
                    <a:pt x="47" y="224"/>
                  </a:cubicBezTo>
                  <a:cubicBezTo>
                    <a:pt x="69" y="224"/>
                    <a:pt x="87" y="206"/>
                    <a:pt x="87" y="184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18"/>
                    <a:pt x="69" y="0"/>
                    <a:pt x="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E1AFE70-3AD6-4F3E-91C2-9B1561871C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8083" y="3991355"/>
              <a:ext cx="382192" cy="764039"/>
            </a:xfrm>
            <a:custGeom>
              <a:avLst/>
              <a:gdLst>
                <a:gd name="T0" fmla="*/ 94 w 243"/>
                <a:gd name="T1" fmla="*/ 441 h 496"/>
                <a:gd name="T2" fmla="*/ 59 w 243"/>
                <a:gd name="T3" fmla="*/ 407 h 496"/>
                <a:gd name="T4" fmla="*/ 59 w 243"/>
                <a:gd name="T5" fmla="*/ 364 h 496"/>
                <a:gd name="T6" fmla="*/ 94 w 243"/>
                <a:gd name="T7" fmla="*/ 329 h 496"/>
                <a:gd name="T8" fmla="*/ 150 w 243"/>
                <a:gd name="T9" fmla="*/ 329 h 496"/>
                <a:gd name="T10" fmla="*/ 184 w 243"/>
                <a:gd name="T11" fmla="*/ 364 h 496"/>
                <a:gd name="T12" fmla="*/ 184 w 243"/>
                <a:gd name="T13" fmla="*/ 407 h 496"/>
                <a:gd name="T14" fmla="*/ 150 w 243"/>
                <a:gd name="T15" fmla="*/ 441 h 496"/>
                <a:gd name="T16" fmla="*/ 94 w 243"/>
                <a:gd name="T17" fmla="*/ 441 h 496"/>
                <a:gd name="T18" fmla="*/ 200 w 243"/>
                <a:gd name="T19" fmla="*/ 0 h 496"/>
                <a:gd name="T20" fmla="*/ 200 w 243"/>
                <a:gd name="T21" fmla="*/ 77 h 496"/>
                <a:gd name="T22" fmla="*/ 122 w 243"/>
                <a:gd name="T23" fmla="*/ 156 h 496"/>
                <a:gd name="T24" fmla="*/ 43 w 243"/>
                <a:gd name="T25" fmla="*/ 77 h 496"/>
                <a:gd name="T26" fmla="*/ 43 w 243"/>
                <a:gd name="T27" fmla="*/ 0 h 496"/>
                <a:gd name="T28" fmla="*/ 0 w 243"/>
                <a:gd name="T29" fmla="*/ 51 h 496"/>
                <a:gd name="T30" fmla="*/ 0 w 243"/>
                <a:gd name="T31" fmla="*/ 443 h 496"/>
                <a:gd name="T32" fmla="*/ 52 w 243"/>
                <a:gd name="T33" fmla="*/ 496 h 496"/>
                <a:gd name="T34" fmla="*/ 191 w 243"/>
                <a:gd name="T35" fmla="*/ 496 h 496"/>
                <a:gd name="T36" fmla="*/ 243 w 243"/>
                <a:gd name="T37" fmla="*/ 443 h 496"/>
                <a:gd name="T38" fmla="*/ 243 w 243"/>
                <a:gd name="T39" fmla="*/ 51 h 496"/>
                <a:gd name="T40" fmla="*/ 200 w 243"/>
                <a:gd name="T41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496">
                  <a:moveTo>
                    <a:pt x="94" y="441"/>
                  </a:moveTo>
                  <a:cubicBezTo>
                    <a:pt x="75" y="441"/>
                    <a:pt x="59" y="426"/>
                    <a:pt x="59" y="407"/>
                  </a:cubicBezTo>
                  <a:cubicBezTo>
                    <a:pt x="59" y="364"/>
                    <a:pt x="59" y="364"/>
                    <a:pt x="59" y="364"/>
                  </a:cubicBezTo>
                  <a:cubicBezTo>
                    <a:pt x="59" y="345"/>
                    <a:pt x="75" y="329"/>
                    <a:pt x="94" y="329"/>
                  </a:cubicBezTo>
                  <a:cubicBezTo>
                    <a:pt x="150" y="329"/>
                    <a:pt x="150" y="329"/>
                    <a:pt x="150" y="329"/>
                  </a:cubicBezTo>
                  <a:cubicBezTo>
                    <a:pt x="169" y="329"/>
                    <a:pt x="184" y="345"/>
                    <a:pt x="184" y="364"/>
                  </a:cubicBezTo>
                  <a:cubicBezTo>
                    <a:pt x="184" y="407"/>
                    <a:pt x="184" y="407"/>
                    <a:pt x="184" y="407"/>
                  </a:cubicBezTo>
                  <a:cubicBezTo>
                    <a:pt x="184" y="426"/>
                    <a:pt x="169" y="441"/>
                    <a:pt x="150" y="441"/>
                  </a:cubicBezTo>
                  <a:cubicBezTo>
                    <a:pt x="94" y="441"/>
                    <a:pt x="94" y="441"/>
                    <a:pt x="94" y="441"/>
                  </a:cubicBezTo>
                  <a:moveTo>
                    <a:pt x="200" y="0"/>
                  </a:moveTo>
                  <a:cubicBezTo>
                    <a:pt x="200" y="77"/>
                    <a:pt x="200" y="77"/>
                    <a:pt x="200" y="77"/>
                  </a:cubicBezTo>
                  <a:cubicBezTo>
                    <a:pt x="200" y="120"/>
                    <a:pt x="165" y="156"/>
                    <a:pt x="122" y="156"/>
                  </a:cubicBezTo>
                  <a:cubicBezTo>
                    <a:pt x="78" y="156"/>
                    <a:pt x="43" y="120"/>
                    <a:pt x="43" y="7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4"/>
                    <a:pt x="0" y="25"/>
                    <a:pt x="0" y="51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72"/>
                    <a:pt x="23" y="496"/>
                    <a:pt x="52" y="496"/>
                  </a:cubicBezTo>
                  <a:cubicBezTo>
                    <a:pt x="191" y="496"/>
                    <a:pt x="191" y="496"/>
                    <a:pt x="191" y="496"/>
                  </a:cubicBezTo>
                  <a:cubicBezTo>
                    <a:pt x="220" y="496"/>
                    <a:pt x="243" y="472"/>
                    <a:pt x="243" y="443"/>
                  </a:cubicBezTo>
                  <a:cubicBezTo>
                    <a:pt x="243" y="51"/>
                    <a:pt x="243" y="51"/>
                    <a:pt x="243" y="51"/>
                  </a:cubicBezTo>
                  <a:cubicBezTo>
                    <a:pt x="243" y="25"/>
                    <a:pt x="225" y="4"/>
                    <a:pt x="2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C51F091-B63F-48AE-A5CC-C7B111D3C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650" y="3365122"/>
              <a:ext cx="478631" cy="371554"/>
            </a:xfrm>
            <a:custGeom>
              <a:avLst/>
              <a:gdLst>
                <a:gd name="T0" fmla="*/ 272 w 304"/>
                <a:gd name="T1" fmla="*/ 0 h 241"/>
                <a:gd name="T2" fmla="*/ 32 w 304"/>
                <a:gd name="T3" fmla="*/ 0 h 241"/>
                <a:gd name="T4" fmla="*/ 0 w 304"/>
                <a:gd name="T5" fmla="*/ 32 h 241"/>
                <a:gd name="T6" fmla="*/ 0 w 304"/>
                <a:gd name="T7" fmla="*/ 209 h 241"/>
                <a:gd name="T8" fmla="*/ 32 w 304"/>
                <a:gd name="T9" fmla="*/ 241 h 241"/>
                <a:gd name="T10" fmla="*/ 272 w 304"/>
                <a:gd name="T11" fmla="*/ 241 h 241"/>
                <a:gd name="T12" fmla="*/ 304 w 304"/>
                <a:gd name="T13" fmla="*/ 209 h 241"/>
                <a:gd name="T14" fmla="*/ 304 w 304"/>
                <a:gd name="T15" fmla="*/ 32 h 241"/>
                <a:gd name="T16" fmla="*/ 272 w 304"/>
                <a:gd name="T1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4" h="241">
                  <a:moveTo>
                    <a:pt x="272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5"/>
                    <a:pt x="0" y="32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227"/>
                    <a:pt x="14" y="241"/>
                    <a:pt x="32" y="241"/>
                  </a:cubicBezTo>
                  <a:cubicBezTo>
                    <a:pt x="272" y="241"/>
                    <a:pt x="272" y="241"/>
                    <a:pt x="272" y="241"/>
                  </a:cubicBezTo>
                  <a:cubicBezTo>
                    <a:pt x="289" y="241"/>
                    <a:pt x="304" y="227"/>
                    <a:pt x="304" y="209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4" y="15"/>
                    <a:pt x="289" y="0"/>
                    <a:pt x="27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4CB6CB9-74B4-4434-98FE-A3AA4D0B6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3106" y="3098231"/>
              <a:ext cx="271463" cy="205837"/>
            </a:xfrm>
            <a:custGeom>
              <a:avLst/>
              <a:gdLst>
                <a:gd name="T0" fmla="*/ 150 w 173"/>
                <a:gd name="T1" fmla="*/ 133 h 134"/>
                <a:gd name="T2" fmla="*/ 11 w 173"/>
                <a:gd name="T3" fmla="*/ 119 h 134"/>
                <a:gd name="T4" fmla="*/ 1 w 173"/>
                <a:gd name="T5" fmla="*/ 106 h 134"/>
                <a:gd name="T6" fmla="*/ 10 w 173"/>
                <a:gd name="T7" fmla="*/ 12 h 134"/>
                <a:gd name="T8" fmla="*/ 23 w 173"/>
                <a:gd name="T9" fmla="*/ 1 h 134"/>
                <a:gd name="T10" fmla="*/ 161 w 173"/>
                <a:gd name="T11" fmla="*/ 15 h 134"/>
                <a:gd name="T12" fmla="*/ 172 w 173"/>
                <a:gd name="T13" fmla="*/ 28 h 134"/>
                <a:gd name="T14" fmla="*/ 163 w 173"/>
                <a:gd name="T15" fmla="*/ 122 h 134"/>
                <a:gd name="T16" fmla="*/ 150 w 173"/>
                <a:gd name="T17" fmla="*/ 13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134">
                  <a:moveTo>
                    <a:pt x="150" y="133"/>
                  </a:moveTo>
                  <a:cubicBezTo>
                    <a:pt x="11" y="119"/>
                    <a:pt x="11" y="119"/>
                    <a:pt x="11" y="119"/>
                  </a:cubicBezTo>
                  <a:cubicBezTo>
                    <a:pt x="5" y="119"/>
                    <a:pt x="0" y="113"/>
                    <a:pt x="1" y="106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5"/>
                    <a:pt x="16" y="0"/>
                    <a:pt x="23" y="1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8" y="15"/>
                    <a:pt x="173" y="21"/>
                    <a:pt x="172" y="28"/>
                  </a:cubicBezTo>
                  <a:cubicBezTo>
                    <a:pt x="163" y="122"/>
                    <a:pt x="163" y="122"/>
                    <a:pt x="163" y="122"/>
                  </a:cubicBezTo>
                  <a:cubicBezTo>
                    <a:pt x="162" y="129"/>
                    <a:pt x="156" y="134"/>
                    <a:pt x="150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BE36E5C-CBCC-4C75-B10D-6BE11E956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8825" y="2805175"/>
              <a:ext cx="282179" cy="221537"/>
            </a:xfrm>
            <a:custGeom>
              <a:avLst/>
              <a:gdLst>
                <a:gd name="T0" fmla="*/ 147 w 179"/>
                <a:gd name="T1" fmla="*/ 143 h 144"/>
                <a:gd name="T2" fmla="*/ 11 w 179"/>
                <a:gd name="T3" fmla="*/ 119 h 144"/>
                <a:gd name="T4" fmla="*/ 1 w 179"/>
                <a:gd name="T5" fmla="*/ 105 h 144"/>
                <a:gd name="T6" fmla="*/ 17 w 179"/>
                <a:gd name="T7" fmla="*/ 11 h 144"/>
                <a:gd name="T8" fmla="*/ 31 w 179"/>
                <a:gd name="T9" fmla="*/ 1 h 144"/>
                <a:gd name="T10" fmla="*/ 168 w 179"/>
                <a:gd name="T11" fmla="*/ 25 h 144"/>
                <a:gd name="T12" fmla="*/ 178 w 179"/>
                <a:gd name="T13" fmla="*/ 39 h 144"/>
                <a:gd name="T14" fmla="*/ 161 w 179"/>
                <a:gd name="T15" fmla="*/ 133 h 144"/>
                <a:gd name="T16" fmla="*/ 147 w 179"/>
                <a:gd name="T17" fmla="*/ 143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44">
                  <a:moveTo>
                    <a:pt x="147" y="143"/>
                  </a:moveTo>
                  <a:cubicBezTo>
                    <a:pt x="11" y="119"/>
                    <a:pt x="11" y="119"/>
                    <a:pt x="11" y="119"/>
                  </a:cubicBezTo>
                  <a:cubicBezTo>
                    <a:pt x="4" y="117"/>
                    <a:pt x="0" y="111"/>
                    <a:pt x="1" y="105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4"/>
                    <a:pt x="25" y="0"/>
                    <a:pt x="31" y="1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75" y="26"/>
                    <a:pt x="179" y="33"/>
                    <a:pt x="178" y="39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0" y="139"/>
                    <a:pt x="154" y="144"/>
                    <a:pt x="147" y="1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28C39BB-A176-407A-B4D5-9C5DFE1FE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9546" y="2496420"/>
              <a:ext cx="292894" cy="235492"/>
            </a:xfrm>
            <a:custGeom>
              <a:avLst/>
              <a:gdLst>
                <a:gd name="T0" fmla="*/ 145 w 185"/>
                <a:gd name="T1" fmla="*/ 152 h 153"/>
                <a:gd name="T2" fmla="*/ 10 w 185"/>
                <a:gd name="T3" fmla="*/ 118 h 153"/>
                <a:gd name="T4" fmla="*/ 2 w 185"/>
                <a:gd name="T5" fmla="*/ 103 h 153"/>
                <a:gd name="T6" fmla="*/ 25 w 185"/>
                <a:gd name="T7" fmla="*/ 11 h 153"/>
                <a:gd name="T8" fmla="*/ 40 w 185"/>
                <a:gd name="T9" fmla="*/ 2 h 153"/>
                <a:gd name="T10" fmla="*/ 174 w 185"/>
                <a:gd name="T11" fmla="*/ 36 h 153"/>
                <a:gd name="T12" fmla="*/ 183 w 185"/>
                <a:gd name="T13" fmla="*/ 51 h 153"/>
                <a:gd name="T14" fmla="*/ 160 w 185"/>
                <a:gd name="T15" fmla="*/ 143 h 153"/>
                <a:gd name="T16" fmla="*/ 145 w 185"/>
                <a:gd name="T17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5" h="153">
                  <a:moveTo>
                    <a:pt x="145" y="152"/>
                  </a:moveTo>
                  <a:cubicBezTo>
                    <a:pt x="10" y="118"/>
                    <a:pt x="10" y="118"/>
                    <a:pt x="10" y="118"/>
                  </a:cubicBezTo>
                  <a:cubicBezTo>
                    <a:pt x="4" y="116"/>
                    <a:pt x="0" y="109"/>
                    <a:pt x="2" y="103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7" y="4"/>
                    <a:pt x="33" y="0"/>
                    <a:pt x="40" y="2"/>
                  </a:cubicBezTo>
                  <a:cubicBezTo>
                    <a:pt x="174" y="36"/>
                    <a:pt x="174" y="36"/>
                    <a:pt x="174" y="36"/>
                  </a:cubicBezTo>
                  <a:cubicBezTo>
                    <a:pt x="181" y="38"/>
                    <a:pt x="185" y="45"/>
                    <a:pt x="183" y="51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58" y="150"/>
                    <a:pt x="151" y="153"/>
                    <a:pt x="145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DDE80826-FDB8-43E7-B914-7F7DEBDC4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1700" y="2206853"/>
              <a:ext cx="300038" cy="249447"/>
            </a:xfrm>
            <a:custGeom>
              <a:avLst/>
              <a:gdLst>
                <a:gd name="T0" fmla="*/ 141 w 190"/>
                <a:gd name="T1" fmla="*/ 161 h 163"/>
                <a:gd name="T2" fmla="*/ 10 w 190"/>
                <a:gd name="T3" fmla="*/ 114 h 163"/>
                <a:gd name="T4" fmla="*/ 2 w 190"/>
                <a:gd name="T5" fmla="*/ 99 h 163"/>
                <a:gd name="T6" fmla="*/ 34 w 190"/>
                <a:gd name="T7" fmla="*/ 9 h 163"/>
                <a:gd name="T8" fmla="*/ 50 w 190"/>
                <a:gd name="T9" fmla="*/ 2 h 163"/>
                <a:gd name="T10" fmla="*/ 181 w 190"/>
                <a:gd name="T11" fmla="*/ 49 h 163"/>
                <a:gd name="T12" fmla="*/ 188 w 190"/>
                <a:gd name="T13" fmla="*/ 64 h 163"/>
                <a:gd name="T14" fmla="*/ 156 w 190"/>
                <a:gd name="T15" fmla="*/ 154 h 163"/>
                <a:gd name="T16" fmla="*/ 141 w 190"/>
                <a:gd name="T17" fmla="*/ 161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63">
                  <a:moveTo>
                    <a:pt x="141" y="161"/>
                  </a:moveTo>
                  <a:cubicBezTo>
                    <a:pt x="10" y="114"/>
                    <a:pt x="10" y="114"/>
                    <a:pt x="10" y="114"/>
                  </a:cubicBezTo>
                  <a:cubicBezTo>
                    <a:pt x="4" y="112"/>
                    <a:pt x="0" y="105"/>
                    <a:pt x="2" y="9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7" y="3"/>
                    <a:pt x="44" y="0"/>
                    <a:pt x="50" y="2"/>
                  </a:cubicBezTo>
                  <a:cubicBezTo>
                    <a:pt x="181" y="49"/>
                    <a:pt x="181" y="49"/>
                    <a:pt x="181" y="49"/>
                  </a:cubicBezTo>
                  <a:cubicBezTo>
                    <a:pt x="187" y="51"/>
                    <a:pt x="190" y="58"/>
                    <a:pt x="188" y="64"/>
                  </a:cubicBezTo>
                  <a:cubicBezTo>
                    <a:pt x="156" y="154"/>
                    <a:pt x="156" y="154"/>
                    <a:pt x="156" y="154"/>
                  </a:cubicBezTo>
                  <a:cubicBezTo>
                    <a:pt x="154" y="160"/>
                    <a:pt x="147" y="163"/>
                    <a:pt x="141" y="1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900B7E6-F499-4F28-959C-0A274BE1F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427" y="1919029"/>
              <a:ext cx="303611" cy="261657"/>
            </a:xfrm>
            <a:custGeom>
              <a:avLst/>
              <a:gdLst>
                <a:gd name="T0" fmla="*/ 136 w 193"/>
                <a:gd name="T1" fmla="*/ 168 h 171"/>
                <a:gd name="T2" fmla="*/ 9 w 193"/>
                <a:gd name="T3" fmla="*/ 112 h 171"/>
                <a:gd name="T4" fmla="*/ 3 w 193"/>
                <a:gd name="T5" fmla="*/ 96 h 171"/>
                <a:gd name="T6" fmla="*/ 42 w 193"/>
                <a:gd name="T7" fmla="*/ 9 h 171"/>
                <a:gd name="T8" fmla="*/ 58 w 193"/>
                <a:gd name="T9" fmla="*/ 3 h 171"/>
                <a:gd name="T10" fmla="*/ 185 w 193"/>
                <a:gd name="T11" fmla="*/ 59 h 171"/>
                <a:gd name="T12" fmla="*/ 191 w 193"/>
                <a:gd name="T13" fmla="*/ 75 h 171"/>
                <a:gd name="T14" fmla="*/ 152 w 193"/>
                <a:gd name="T15" fmla="*/ 162 h 171"/>
                <a:gd name="T16" fmla="*/ 136 w 193"/>
                <a:gd name="T17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3" h="171">
                  <a:moveTo>
                    <a:pt x="136" y="168"/>
                  </a:moveTo>
                  <a:cubicBezTo>
                    <a:pt x="9" y="112"/>
                    <a:pt x="9" y="112"/>
                    <a:pt x="9" y="112"/>
                  </a:cubicBezTo>
                  <a:cubicBezTo>
                    <a:pt x="3" y="109"/>
                    <a:pt x="0" y="102"/>
                    <a:pt x="3" y="96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4" y="3"/>
                    <a:pt x="52" y="0"/>
                    <a:pt x="58" y="3"/>
                  </a:cubicBezTo>
                  <a:cubicBezTo>
                    <a:pt x="185" y="59"/>
                    <a:pt x="185" y="59"/>
                    <a:pt x="185" y="59"/>
                  </a:cubicBezTo>
                  <a:cubicBezTo>
                    <a:pt x="191" y="62"/>
                    <a:pt x="193" y="69"/>
                    <a:pt x="191" y="75"/>
                  </a:cubicBezTo>
                  <a:cubicBezTo>
                    <a:pt x="152" y="162"/>
                    <a:pt x="152" y="162"/>
                    <a:pt x="152" y="162"/>
                  </a:cubicBezTo>
                  <a:cubicBezTo>
                    <a:pt x="149" y="168"/>
                    <a:pt x="142" y="171"/>
                    <a:pt x="136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706FBF2-89E2-4725-83FE-7E8B8E9B3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8158" y="1631207"/>
              <a:ext cx="307181" cy="273868"/>
            </a:xfrm>
            <a:custGeom>
              <a:avLst/>
              <a:gdLst>
                <a:gd name="T0" fmla="*/ 130 w 195"/>
                <a:gd name="T1" fmla="*/ 175 h 178"/>
                <a:gd name="T2" fmla="*/ 8 w 195"/>
                <a:gd name="T3" fmla="*/ 108 h 178"/>
                <a:gd name="T4" fmla="*/ 3 w 195"/>
                <a:gd name="T5" fmla="*/ 91 h 178"/>
                <a:gd name="T6" fmla="*/ 49 w 195"/>
                <a:gd name="T7" fmla="*/ 8 h 178"/>
                <a:gd name="T8" fmla="*/ 66 w 195"/>
                <a:gd name="T9" fmla="*/ 3 h 178"/>
                <a:gd name="T10" fmla="*/ 187 w 195"/>
                <a:gd name="T11" fmla="*/ 70 h 178"/>
                <a:gd name="T12" fmla="*/ 192 w 195"/>
                <a:gd name="T13" fmla="*/ 87 h 178"/>
                <a:gd name="T14" fmla="*/ 146 w 195"/>
                <a:gd name="T15" fmla="*/ 170 h 178"/>
                <a:gd name="T16" fmla="*/ 130 w 195"/>
                <a:gd name="T17" fmla="*/ 17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78">
                  <a:moveTo>
                    <a:pt x="130" y="175"/>
                  </a:moveTo>
                  <a:cubicBezTo>
                    <a:pt x="8" y="108"/>
                    <a:pt x="8" y="108"/>
                    <a:pt x="8" y="108"/>
                  </a:cubicBezTo>
                  <a:cubicBezTo>
                    <a:pt x="2" y="104"/>
                    <a:pt x="0" y="97"/>
                    <a:pt x="3" y="91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2" y="2"/>
                    <a:pt x="60" y="0"/>
                    <a:pt x="66" y="3"/>
                  </a:cubicBezTo>
                  <a:cubicBezTo>
                    <a:pt x="187" y="70"/>
                    <a:pt x="187" y="70"/>
                    <a:pt x="187" y="70"/>
                  </a:cubicBezTo>
                  <a:cubicBezTo>
                    <a:pt x="193" y="73"/>
                    <a:pt x="195" y="81"/>
                    <a:pt x="192" y="87"/>
                  </a:cubicBezTo>
                  <a:cubicBezTo>
                    <a:pt x="146" y="170"/>
                    <a:pt x="146" y="170"/>
                    <a:pt x="146" y="170"/>
                  </a:cubicBezTo>
                  <a:cubicBezTo>
                    <a:pt x="143" y="176"/>
                    <a:pt x="136" y="178"/>
                    <a:pt x="130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E7842A5-3716-4204-A6B0-584961E24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9608" y="1341640"/>
              <a:ext cx="310754" cy="282590"/>
            </a:xfrm>
            <a:custGeom>
              <a:avLst/>
              <a:gdLst>
                <a:gd name="T0" fmla="*/ 122 w 196"/>
                <a:gd name="T1" fmla="*/ 180 h 184"/>
                <a:gd name="T2" fmla="*/ 7 w 196"/>
                <a:gd name="T3" fmla="*/ 102 h 184"/>
                <a:gd name="T4" fmla="*/ 4 w 196"/>
                <a:gd name="T5" fmla="*/ 86 h 184"/>
                <a:gd name="T6" fmla="*/ 57 w 196"/>
                <a:gd name="T7" fmla="*/ 7 h 184"/>
                <a:gd name="T8" fmla="*/ 74 w 196"/>
                <a:gd name="T9" fmla="*/ 4 h 184"/>
                <a:gd name="T10" fmla="*/ 189 w 196"/>
                <a:gd name="T11" fmla="*/ 82 h 184"/>
                <a:gd name="T12" fmla="*/ 192 w 196"/>
                <a:gd name="T13" fmla="*/ 98 h 184"/>
                <a:gd name="T14" fmla="*/ 139 w 196"/>
                <a:gd name="T15" fmla="*/ 177 h 184"/>
                <a:gd name="T16" fmla="*/ 122 w 196"/>
                <a:gd name="T17" fmla="*/ 18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184">
                  <a:moveTo>
                    <a:pt x="122" y="180"/>
                  </a:moveTo>
                  <a:cubicBezTo>
                    <a:pt x="7" y="102"/>
                    <a:pt x="7" y="102"/>
                    <a:pt x="7" y="102"/>
                  </a:cubicBezTo>
                  <a:cubicBezTo>
                    <a:pt x="1" y="99"/>
                    <a:pt x="0" y="91"/>
                    <a:pt x="4" y="86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61" y="1"/>
                    <a:pt x="68" y="0"/>
                    <a:pt x="74" y="4"/>
                  </a:cubicBezTo>
                  <a:cubicBezTo>
                    <a:pt x="189" y="82"/>
                    <a:pt x="189" y="82"/>
                    <a:pt x="189" y="82"/>
                  </a:cubicBezTo>
                  <a:cubicBezTo>
                    <a:pt x="194" y="85"/>
                    <a:pt x="196" y="93"/>
                    <a:pt x="192" y="98"/>
                  </a:cubicBezTo>
                  <a:cubicBezTo>
                    <a:pt x="139" y="177"/>
                    <a:pt x="139" y="177"/>
                    <a:pt x="139" y="177"/>
                  </a:cubicBezTo>
                  <a:cubicBezTo>
                    <a:pt x="135" y="183"/>
                    <a:pt x="127" y="184"/>
                    <a:pt x="122" y="1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FCFF9A35-BDBC-4B24-844C-872D442E7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5346" y="1079982"/>
              <a:ext cx="310754" cy="287824"/>
            </a:xfrm>
            <a:custGeom>
              <a:avLst/>
              <a:gdLst>
                <a:gd name="T0" fmla="*/ 115 w 195"/>
                <a:gd name="T1" fmla="*/ 183 h 188"/>
                <a:gd name="T2" fmla="*/ 6 w 195"/>
                <a:gd name="T3" fmla="*/ 97 h 188"/>
                <a:gd name="T4" fmla="*/ 4 w 195"/>
                <a:gd name="T5" fmla="*/ 80 h 188"/>
                <a:gd name="T6" fmla="*/ 63 w 195"/>
                <a:gd name="T7" fmla="*/ 6 h 188"/>
                <a:gd name="T8" fmla="*/ 80 w 195"/>
                <a:gd name="T9" fmla="*/ 4 h 188"/>
                <a:gd name="T10" fmla="*/ 189 w 195"/>
                <a:gd name="T11" fmla="*/ 90 h 188"/>
                <a:gd name="T12" fmla="*/ 191 w 195"/>
                <a:gd name="T13" fmla="*/ 107 h 188"/>
                <a:gd name="T14" fmla="*/ 132 w 195"/>
                <a:gd name="T15" fmla="*/ 181 h 188"/>
                <a:gd name="T16" fmla="*/ 115 w 195"/>
                <a:gd name="T17" fmla="*/ 1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88">
                  <a:moveTo>
                    <a:pt x="115" y="183"/>
                  </a:moveTo>
                  <a:cubicBezTo>
                    <a:pt x="6" y="97"/>
                    <a:pt x="6" y="97"/>
                    <a:pt x="6" y="97"/>
                  </a:cubicBezTo>
                  <a:cubicBezTo>
                    <a:pt x="1" y="93"/>
                    <a:pt x="0" y="85"/>
                    <a:pt x="4" y="80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8" y="0"/>
                    <a:pt x="75" y="0"/>
                    <a:pt x="80" y="4"/>
                  </a:cubicBezTo>
                  <a:cubicBezTo>
                    <a:pt x="189" y="90"/>
                    <a:pt x="189" y="90"/>
                    <a:pt x="189" y="90"/>
                  </a:cubicBezTo>
                  <a:cubicBezTo>
                    <a:pt x="194" y="94"/>
                    <a:pt x="195" y="102"/>
                    <a:pt x="191" y="107"/>
                  </a:cubicBezTo>
                  <a:cubicBezTo>
                    <a:pt x="132" y="181"/>
                    <a:pt x="132" y="181"/>
                    <a:pt x="132" y="181"/>
                  </a:cubicBezTo>
                  <a:cubicBezTo>
                    <a:pt x="128" y="187"/>
                    <a:pt x="120" y="188"/>
                    <a:pt x="115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21BBECCD-5540-43D3-8B73-CBB39ABBA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231" y="825303"/>
              <a:ext cx="307181" cy="294801"/>
            </a:xfrm>
            <a:custGeom>
              <a:avLst/>
              <a:gdLst>
                <a:gd name="T0" fmla="*/ 108 w 194"/>
                <a:gd name="T1" fmla="*/ 186 h 191"/>
                <a:gd name="T2" fmla="*/ 6 w 194"/>
                <a:gd name="T3" fmla="*/ 92 h 191"/>
                <a:gd name="T4" fmla="*/ 5 w 194"/>
                <a:gd name="T5" fmla="*/ 75 h 191"/>
                <a:gd name="T6" fmla="*/ 69 w 194"/>
                <a:gd name="T7" fmla="*/ 5 h 191"/>
                <a:gd name="T8" fmla="*/ 86 w 194"/>
                <a:gd name="T9" fmla="*/ 4 h 191"/>
                <a:gd name="T10" fmla="*/ 189 w 194"/>
                <a:gd name="T11" fmla="*/ 98 h 191"/>
                <a:gd name="T12" fmla="*/ 189 w 194"/>
                <a:gd name="T13" fmla="*/ 115 h 191"/>
                <a:gd name="T14" fmla="*/ 125 w 194"/>
                <a:gd name="T15" fmla="*/ 185 h 191"/>
                <a:gd name="T16" fmla="*/ 108 w 194"/>
                <a:gd name="T17" fmla="*/ 186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191">
                  <a:moveTo>
                    <a:pt x="108" y="186"/>
                  </a:moveTo>
                  <a:cubicBezTo>
                    <a:pt x="6" y="92"/>
                    <a:pt x="6" y="92"/>
                    <a:pt x="6" y="92"/>
                  </a:cubicBezTo>
                  <a:cubicBezTo>
                    <a:pt x="1" y="88"/>
                    <a:pt x="0" y="80"/>
                    <a:pt x="5" y="7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74" y="0"/>
                    <a:pt x="81" y="0"/>
                    <a:pt x="86" y="4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93" y="103"/>
                    <a:pt x="194" y="110"/>
                    <a:pt x="189" y="115"/>
                  </a:cubicBezTo>
                  <a:cubicBezTo>
                    <a:pt x="125" y="185"/>
                    <a:pt x="125" y="185"/>
                    <a:pt x="125" y="185"/>
                  </a:cubicBezTo>
                  <a:cubicBezTo>
                    <a:pt x="121" y="190"/>
                    <a:pt x="113" y="191"/>
                    <a:pt x="108" y="1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131AE56C-EAB8-4D79-BDC5-6AFB620A2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5402" y="589811"/>
              <a:ext cx="303611" cy="296545"/>
            </a:xfrm>
            <a:custGeom>
              <a:avLst/>
              <a:gdLst>
                <a:gd name="T0" fmla="*/ 99 w 191"/>
                <a:gd name="T1" fmla="*/ 188 h 193"/>
                <a:gd name="T2" fmla="*/ 4 w 191"/>
                <a:gd name="T3" fmla="*/ 86 h 193"/>
                <a:gd name="T4" fmla="*/ 5 w 191"/>
                <a:gd name="T5" fmla="*/ 69 h 193"/>
                <a:gd name="T6" fmla="*/ 75 w 191"/>
                <a:gd name="T7" fmla="*/ 5 h 193"/>
                <a:gd name="T8" fmla="*/ 92 w 191"/>
                <a:gd name="T9" fmla="*/ 5 h 193"/>
                <a:gd name="T10" fmla="*/ 186 w 191"/>
                <a:gd name="T11" fmla="*/ 107 h 193"/>
                <a:gd name="T12" fmla="*/ 186 w 191"/>
                <a:gd name="T13" fmla="*/ 124 h 193"/>
                <a:gd name="T14" fmla="*/ 116 w 191"/>
                <a:gd name="T15" fmla="*/ 189 h 193"/>
                <a:gd name="T16" fmla="*/ 99 w 191"/>
                <a:gd name="T17" fmla="*/ 188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93">
                  <a:moveTo>
                    <a:pt x="99" y="188"/>
                  </a:moveTo>
                  <a:cubicBezTo>
                    <a:pt x="4" y="86"/>
                    <a:pt x="4" y="86"/>
                    <a:pt x="4" y="86"/>
                  </a:cubicBezTo>
                  <a:cubicBezTo>
                    <a:pt x="0" y="81"/>
                    <a:pt x="0" y="74"/>
                    <a:pt x="5" y="69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80" y="0"/>
                    <a:pt x="87" y="0"/>
                    <a:pt x="92" y="5"/>
                  </a:cubicBezTo>
                  <a:cubicBezTo>
                    <a:pt x="186" y="107"/>
                    <a:pt x="186" y="107"/>
                    <a:pt x="186" y="107"/>
                  </a:cubicBezTo>
                  <a:cubicBezTo>
                    <a:pt x="191" y="112"/>
                    <a:pt x="190" y="120"/>
                    <a:pt x="186" y="124"/>
                  </a:cubicBezTo>
                  <a:cubicBezTo>
                    <a:pt x="116" y="189"/>
                    <a:pt x="116" y="189"/>
                    <a:pt x="116" y="189"/>
                  </a:cubicBezTo>
                  <a:cubicBezTo>
                    <a:pt x="111" y="193"/>
                    <a:pt x="103" y="193"/>
                    <a:pt x="99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81ACB46-36F1-44F5-A2E6-DBAF3DD5F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006" y="382230"/>
              <a:ext cx="296467" cy="300034"/>
            </a:xfrm>
            <a:custGeom>
              <a:avLst/>
              <a:gdLst>
                <a:gd name="T0" fmla="*/ 88 w 187"/>
                <a:gd name="T1" fmla="*/ 189 h 195"/>
                <a:gd name="T2" fmla="*/ 4 w 187"/>
                <a:gd name="T3" fmla="*/ 78 h 195"/>
                <a:gd name="T4" fmla="*/ 6 w 187"/>
                <a:gd name="T5" fmla="*/ 61 h 195"/>
                <a:gd name="T6" fmla="*/ 82 w 187"/>
                <a:gd name="T7" fmla="*/ 4 h 195"/>
                <a:gd name="T8" fmla="*/ 99 w 187"/>
                <a:gd name="T9" fmla="*/ 6 h 195"/>
                <a:gd name="T10" fmla="*/ 183 w 187"/>
                <a:gd name="T11" fmla="*/ 117 h 195"/>
                <a:gd name="T12" fmla="*/ 180 w 187"/>
                <a:gd name="T13" fmla="*/ 134 h 195"/>
                <a:gd name="T14" fmla="*/ 104 w 187"/>
                <a:gd name="T15" fmla="*/ 191 h 195"/>
                <a:gd name="T16" fmla="*/ 88 w 187"/>
                <a:gd name="T17" fmla="*/ 18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7" h="195">
                  <a:moveTo>
                    <a:pt x="88" y="189"/>
                  </a:moveTo>
                  <a:cubicBezTo>
                    <a:pt x="4" y="78"/>
                    <a:pt x="4" y="78"/>
                    <a:pt x="4" y="78"/>
                  </a:cubicBezTo>
                  <a:cubicBezTo>
                    <a:pt x="0" y="73"/>
                    <a:pt x="1" y="65"/>
                    <a:pt x="6" y="61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7" y="0"/>
                    <a:pt x="95" y="1"/>
                    <a:pt x="99" y="6"/>
                  </a:cubicBezTo>
                  <a:cubicBezTo>
                    <a:pt x="183" y="117"/>
                    <a:pt x="183" y="117"/>
                    <a:pt x="183" y="117"/>
                  </a:cubicBezTo>
                  <a:cubicBezTo>
                    <a:pt x="187" y="122"/>
                    <a:pt x="186" y="130"/>
                    <a:pt x="180" y="134"/>
                  </a:cubicBezTo>
                  <a:cubicBezTo>
                    <a:pt x="104" y="191"/>
                    <a:pt x="104" y="191"/>
                    <a:pt x="104" y="191"/>
                  </a:cubicBezTo>
                  <a:cubicBezTo>
                    <a:pt x="99" y="195"/>
                    <a:pt x="92" y="194"/>
                    <a:pt x="88" y="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1827EBAE-C0FB-43EE-8AFD-C50A0D269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790" y="17653"/>
              <a:ext cx="282179" cy="300034"/>
            </a:xfrm>
            <a:custGeom>
              <a:avLst/>
              <a:gdLst>
                <a:gd name="T0" fmla="*/ 70 w 178"/>
                <a:gd name="T1" fmla="*/ 187 h 195"/>
                <a:gd name="T2" fmla="*/ 3 w 178"/>
                <a:gd name="T3" fmla="*/ 65 h 195"/>
                <a:gd name="T4" fmla="*/ 8 w 178"/>
                <a:gd name="T5" fmla="*/ 49 h 195"/>
                <a:gd name="T6" fmla="*/ 92 w 178"/>
                <a:gd name="T7" fmla="*/ 3 h 195"/>
                <a:gd name="T8" fmla="*/ 108 w 178"/>
                <a:gd name="T9" fmla="*/ 8 h 195"/>
                <a:gd name="T10" fmla="*/ 175 w 178"/>
                <a:gd name="T11" fmla="*/ 130 h 195"/>
                <a:gd name="T12" fmla="*/ 170 w 178"/>
                <a:gd name="T13" fmla="*/ 146 h 195"/>
                <a:gd name="T14" fmla="*/ 87 w 178"/>
                <a:gd name="T15" fmla="*/ 192 h 195"/>
                <a:gd name="T16" fmla="*/ 70 w 178"/>
                <a:gd name="T17" fmla="*/ 18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8" h="195">
                  <a:moveTo>
                    <a:pt x="70" y="187"/>
                  </a:moveTo>
                  <a:cubicBezTo>
                    <a:pt x="3" y="65"/>
                    <a:pt x="3" y="65"/>
                    <a:pt x="3" y="65"/>
                  </a:cubicBezTo>
                  <a:cubicBezTo>
                    <a:pt x="0" y="60"/>
                    <a:pt x="2" y="52"/>
                    <a:pt x="8" y="49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7" y="0"/>
                    <a:pt x="105" y="2"/>
                    <a:pt x="108" y="8"/>
                  </a:cubicBezTo>
                  <a:cubicBezTo>
                    <a:pt x="175" y="130"/>
                    <a:pt x="175" y="130"/>
                    <a:pt x="175" y="130"/>
                  </a:cubicBezTo>
                  <a:cubicBezTo>
                    <a:pt x="178" y="136"/>
                    <a:pt x="176" y="143"/>
                    <a:pt x="170" y="146"/>
                  </a:cubicBezTo>
                  <a:cubicBezTo>
                    <a:pt x="87" y="192"/>
                    <a:pt x="87" y="192"/>
                    <a:pt x="87" y="192"/>
                  </a:cubicBezTo>
                  <a:cubicBezTo>
                    <a:pt x="81" y="195"/>
                    <a:pt x="73" y="193"/>
                    <a:pt x="7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84416B1-8D40-4025-80A0-D7166E77E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1296" y="-240515"/>
              <a:ext cx="253604" cy="291312"/>
            </a:xfrm>
            <a:custGeom>
              <a:avLst/>
              <a:gdLst>
                <a:gd name="T0" fmla="*/ 46 w 161"/>
                <a:gd name="T1" fmla="*/ 179 h 189"/>
                <a:gd name="T2" fmla="*/ 2 w 161"/>
                <a:gd name="T3" fmla="*/ 48 h 189"/>
                <a:gd name="T4" fmla="*/ 10 w 161"/>
                <a:gd name="T5" fmla="*/ 32 h 189"/>
                <a:gd name="T6" fmla="*/ 100 w 161"/>
                <a:gd name="T7" fmla="*/ 2 h 189"/>
                <a:gd name="T8" fmla="*/ 115 w 161"/>
                <a:gd name="T9" fmla="*/ 10 h 189"/>
                <a:gd name="T10" fmla="*/ 159 w 161"/>
                <a:gd name="T11" fmla="*/ 142 h 189"/>
                <a:gd name="T12" fmla="*/ 152 w 161"/>
                <a:gd name="T13" fmla="*/ 157 h 189"/>
                <a:gd name="T14" fmla="*/ 61 w 161"/>
                <a:gd name="T15" fmla="*/ 187 h 189"/>
                <a:gd name="T16" fmla="*/ 46 w 161"/>
                <a:gd name="T17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" h="189">
                  <a:moveTo>
                    <a:pt x="46" y="179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0" y="41"/>
                    <a:pt x="4" y="34"/>
                    <a:pt x="10" y="32"/>
                  </a:cubicBezTo>
                  <a:cubicBezTo>
                    <a:pt x="100" y="2"/>
                    <a:pt x="100" y="2"/>
                    <a:pt x="100" y="2"/>
                  </a:cubicBezTo>
                  <a:cubicBezTo>
                    <a:pt x="106" y="0"/>
                    <a:pt x="113" y="4"/>
                    <a:pt x="115" y="10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61" y="148"/>
                    <a:pt x="158" y="155"/>
                    <a:pt x="152" y="157"/>
                  </a:cubicBezTo>
                  <a:cubicBezTo>
                    <a:pt x="61" y="187"/>
                    <a:pt x="61" y="187"/>
                    <a:pt x="61" y="187"/>
                  </a:cubicBezTo>
                  <a:cubicBezTo>
                    <a:pt x="55" y="189"/>
                    <a:pt x="48" y="186"/>
                    <a:pt x="46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A513AA6-291C-465D-B5A7-CA6E5DF49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9827" y="-123641"/>
              <a:ext cx="271463" cy="298290"/>
            </a:xfrm>
            <a:custGeom>
              <a:avLst/>
              <a:gdLst>
                <a:gd name="T0" fmla="*/ 61 w 172"/>
                <a:gd name="T1" fmla="*/ 185 h 193"/>
                <a:gd name="T2" fmla="*/ 3 w 172"/>
                <a:gd name="T3" fmla="*/ 58 h 193"/>
                <a:gd name="T4" fmla="*/ 9 w 172"/>
                <a:gd name="T5" fmla="*/ 42 h 193"/>
                <a:gd name="T6" fmla="*/ 96 w 172"/>
                <a:gd name="T7" fmla="*/ 3 h 193"/>
                <a:gd name="T8" fmla="*/ 112 w 172"/>
                <a:gd name="T9" fmla="*/ 9 h 193"/>
                <a:gd name="T10" fmla="*/ 169 w 172"/>
                <a:gd name="T11" fmla="*/ 135 h 193"/>
                <a:gd name="T12" fmla="*/ 163 w 172"/>
                <a:gd name="T13" fmla="*/ 151 h 193"/>
                <a:gd name="T14" fmla="*/ 76 w 172"/>
                <a:gd name="T15" fmla="*/ 191 h 193"/>
                <a:gd name="T16" fmla="*/ 61 w 172"/>
                <a:gd name="T17" fmla="*/ 18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193">
                  <a:moveTo>
                    <a:pt x="61" y="185"/>
                  </a:moveTo>
                  <a:cubicBezTo>
                    <a:pt x="3" y="58"/>
                    <a:pt x="3" y="58"/>
                    <a:pt x="3" y="58"/>
                  </a:cubicBezTo>
                  <a:cubicBezTo>
                    <a:pt x="0" y="52"/>
                    <a:pt x="3" y="45"/>
                    <a:pt x="9" y="42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102" y="0"/>
                    <a:pt x="109" y="3"/>
                    <a:pt x="112" y="9"/>
                  </a:cubicBezTo>
                  <a:cubicBezTo>
                    <a:pt x="169" y="135"/>
                    <a:pt x="169" y="135"/>
                    <a:pt x="169" y="135"/>
                  </a:cubicBezTo>
                  <a:cubicBezTo>
                    <a:pt x="172" y="141"/>
                    <a:pt x="169" y="149"/>
                    <a:pt x="163" y="151"/>
                  </a:cubicBezTo>
                  <a:cubicBezTo>
                    <a:pt x="76" y="191"/>
                    <a:pt x="76" y="191"/>
                    <a:pt x="76" y="191"/>
                  </a:cubicBezTo>
                  <a:cubicBezTo>
                    <a:pt x="70" y="193"/>
                    <a:pt x="63" y="191"/>
                    <a:pt x="61" y="1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83EFE088-02F6-4BB3-9F23-37C042F61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4040" y="183370"/>
              <a:ext cx="289323" cy="301779"/>
            </a:xfrm>
            <a:custGeom>
              <a:avLst/>
              <a:gdLst>
                <a:gd name="T0" fmla="*/ 80 w 183"/>
                <a:gd name="T1" fmla="*/ 189 h 196"/>
                <a:gd name="T2" fmla="*/ 4 w 183"/>
                <a:gd name="T3" fmla="*/ 72 h 196"/>
                <a:gd name="T4" fmla="*/ 7 w 183"/>
                <a:gd name="T5" fmla="*/ 56 h 196"/>
                <a:gd name="T6" fmla="*/ 87 w 183"/>
                <a:gd name="T7" fmla="*/ 4 h 196"/>
                <a:gd name="T8" fmla="*/ 104 w 183"/>
                <a:gd name="T9" fmla="*/ 7 h 196"/>
                <a:gd name="T10" fmla="*/ 180 w 183"/>
                <a:gd name="T11" fmla="*/ 124 h 196"/>
                <a:gd name="T12" fmla="*/ 176 w 183"/>
                <a:gd name="T13" fmla="*/ 141 h 196"/>
                <a:gd name="T14" fmla="*/ 96 w 183"/>
                <a:gd name="T15" fmla="*/ 192 h 196"/>
                <a:gd name="T16" fmla="*/ 80 w 183"/>
                <a:gd name="T17" fmla="*/ 189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196">
                  <a:moveTo>
                    <a:pt x="80" y="189"/>
                  </a:moveTo>
                  <a:cubicBezTo>
                    <a:pt x="4" y="72"/>
                    <a:pt x="4" y="72"/>
                    <a:pt x="4" y="72"/>
                  </a:cubicBezTo>
                  <a:cubicBezTo>
                    <a:pt x="0" y="67"/>
                    <a:pt x="2" y="59"/>
                    <a:pt x="7" y="56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93" y="0"/>
                    <a:pt x="100" y="2"/>
                    <a:pt x="104" y="7"/>
                  </a:cubicBezTo>
                  <a:cubicBezTo>
                    <a:pt x="180" y="124"/>
                    <a:pt x="180" y="124"/>
                    <a:pt x="180" y="124"/>
                  </a:cubicBezTo>
                  <a:cubicBezTo>
                    <a:pt x="183" y="129"/>
                    <a:pt x="182" y="137"/>
                    <a:pt x="176" y="141"/>
                  </a:cubicBezTo>
                  <a:cubicBezTo>
                    <a:pt x="96" y="192"/>
                    <a:pt x="96" y="192"/>
                    <a:pt x="96" y="192"/>
                  </a:cubicBezTo>
                  <a:cubicBezTo>
                    <a:pt x="91" y="196"/>
                    <a:pt x="83" y="194"/>
                    <a:pt x="80" y="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7972CE36-6279-4B30-8026-6F7DF8418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4506" y="3098231"/>
              <a:ext cx="271463" cy="205837"/>
            </a:xfrm>
            <a:custGeom>
              <a:avLst/>
              <a:gdLst>
                <a:gd name="T0" fmla="*/ 24 w 173"/>
                <a:gd name="T1" fmla="*/ 133 h 134"/>
                <a:gd name="T2" fmla="*/ 162 w 173"/>
                <a:gd name="T3" fmla="*/ 119 h 134"/>
                <a:gd name="T4" fmla="*/ 173 w 173"/>
                <a:gd name="T5" fmla="*/ 106 h 134"/>
                <a:gd name="T6" fmla="*/ 163 w 173"/>
                <a:gd name="T7" fmla="*/ 12 h 134"/>
                <a:gd name="T8" fmla="*/ 150 w 173"/>
                <a:gd name="T9" fmla="*/ 1 h 134"/>
                <a:gd name="T10" fmla="*/ 12 w 173"/>
                <a:gd name="T11" fmla="*/ 15 h 134"/>
                <a:gd name="T12" fmla="*/ 1 w 173"/>
                <a:gd name="T13" fmla="*/ 28 h 134"/>
                <a:gd name="T14" fmla="*/ 10 w 173"/>
                <a:gd name="T15" fmla="*/ 122 h 134"/>
                <a:gd name="T16" fmla="*/ 24 w 173"/>
                <a:gd name="T17" fmla="*/ 13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134">
                  <a:moveTo>
                    <a:pt x="24" y="133"/>
                  </a:moveTo>
                  <a:cubicBezTo>
                    <a:pt x="162" y="119"/>
                    <a:pt x="162" y="119"/>
                    <a:pt x="162" y="119"/>
                  </a:cubicBezTo>
                  <a:cubicBezTo>
                    <a:pt x="168" y="119"/>
                    <a:pt x="173" y="113"/>
                    <a:pt x="173" y="106"/>
                  </a:cubicBezTo>
                  <a:cubicBezTo>
                    <a:pt x="163" y="12"/>
                    <a:pt x="163" y="12"/>
                    <a:pt x="163" y="12"/>
                  </a:cubicBezTo>
                  <a:cubicBezTo>
                    <a:pt x="163" y="5"/>
                    <a:pt x="157" y="0"/>
                    <a:pt x="150" y="1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5" y="15"/>
                    <a:pt x="0" y="21"/>
                    <a:pt x="1" y="28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1" y="129"/>
                    <a:pt x="17" y="134"/>
                    <a:pt x="24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C922CD57-2B8A-474F-BCF6-1F5F61776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1644" y="2805175"/>
              <a:ext cx="282179" cy="221537"/>
            </a:xfrm>
            <a:custGeom>
              <a:avLst/>
              <a:gdLst>
                <a:gd name="T0" fmla="*/ 32 w 179"/>
                <a:gd name="T1" fmla="*/ 143 h 144"/>
                <a:gd name="T2" fmla="*/ 169 w 179"/>
                <a:gd name="T3" fmla="*/ 119 h 144"/>
                <a:gd name="T4" fmla="*/ 178 w 179"/>
                <a:gd name="T5" fmla="*/ 105 h 144"/>
                <a:gd name="T6" fmla="*/ 162 w 179"/>
                <a:gd name="T7" fmla="*/ 11 h 144"/>
                <a:gd name="T8" fmla="*/ 148 w 179"/>
                <a:gd name="T9" fmla="*/ 1 h 144"/>
                <a:gd name="T10" fmla="*/ 11 w 179"/>
                <a:gd name="T11" fmla="*/ 25 h 144"/>
                <a:gd name="T12" fmla="*/ 1 w 179"/>
                <a:gd name="T13" fmla="*/ 39 h 144"/>
                <a:gd name="T14" fmla="*/ 18 w 179"/>
                <a:gd name="T15" fmla="*/ 133 h 144"/>
                <a:gd name="T16" fmla="*/ 32 w 179"/>
                <a:gd name="T17" fmla="*/ 143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144">
                  <a:moveTo>
                    <a:pt x="32" y="143"/>
                  </a:moveTo>
                  <a:cubicBezTo>
                    <a:pt x="169" y="119"/>
                    <a:pt x="169" y="119"/>
                    <a:pt x="169" y="119"/>
                  </a:cubicBezTo>
                  <a:cubicBezTo>
                    <a:pt x="175" y="117"/>
                    <a:pt x="179" y="111"/>
                    <a:pt x="178" y="105"/>
                  </a:cubicBezTo>
                  <a:cubicBezTo>
                    <a:pt x="162" y="11"/>
                    <a:pt x="162" y="11"/>
                    <a:pt x="162" y="11"/>
                  </a:cubicBezTo>
                  <a:cubicBezTo>
                    <a:pt x="161" y="4"/>
                    <a:pt x="154" y="0"/>
                    <a:pt x="148" y="1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5" y="26"/>
                    <a:pt x="0" y="33"/>
                    <a:pt x="1" y="39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19" y="139"/>
                    <a:pt x="25" y="144"/>
                    <a:pt x="32" y="1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22539C31-F0A5-4156-B2D7-01DA9EE33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633" y="2496420"/>
              <a:ext cx="292894" cy="235492"/>
            </a:xfrm>
            <a:custGeom>
              <a:avLst/>
              <a:gdLst>
                <a:gd name="T0" fmla="*/ 40 w 185"/>
                <a:gd name="T1" fmla="*/ 152 h 153"/>
                <a:gd name="T2" fmla="*/ 175 w 185"/>
                <a:gd name="T3" fmla="*/ 118 h 153"/>
                <a:gd name="T4" fmla="*/ 183 w 185"/>
                <a:gd name="T5" fmla="*/ 103 h 153"/>
                <a:gd name="T6" fmla="*/ 160 w 185"/>
                <a:gd name="T7" fmla="*/ 11 h 153"/>
                <a:gd name="T8" fmla="*/ 145 w 185"/>
                <a:gd name="T9" fmla="*/ 2 h 153"/>
                <a:gd name="T10" fmla="*/ 11 w 185"/>
                <a:gd name="T11" fmla="*/ 36 h 153"/>
                <a:gd name="T12" fmla="*/ 2 w 185"/>
                <a:gd name="T13" fmla="*/ 51 h 153"/>
                <a:gd name="T14" fmla="*/ 25 w 185"/>
                <a:gd name="T15" fmla="*/ 143 h 153"/>
                <a:gd name="T16" fmla="*/ 40 w 185"/>
                <a:gd name="T17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5" h="153">
                  <a:moveTo>
                    <a:pt x="40" y="152"/>
                  </a:moveTo>
                  <a:cubicBezTo>
                    <a:pt x="175" y="118"/>
                    <a:pt x="175" y="118"/>
                    <a:pt x="175" y="118"/>
                  </a:cubicBezTo>
                  <a:cubicBezTo>
                    <a:pt x="181" y="116"/>
                    <a:pt x="185" y="109"/>
                    <a:pt x="183" y="103"/>
                  </a:cubicBezTo>
                  <a:cubicBezTo>
                    <a:pt x="160" y="11"/>
                    <a:pt x="160" y="11"/>
                    <a:pt x="160" y="11"/>
                  </a:cubicBezTo>
                  <a:cubicBezTo>
                    <a:pt x="158" y="4"/>
                    <a:pt x="152" y="0"/>
                    <a:pt x="145" y="2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4" y="38"/>
                    <a:pt x="0" y="45"/>
                    <a:pt x="2" y="51"/>
                  </a:cubicBezTo>
                  <a:cubicBezTo>
                    <a:pt x="25" y="143"/>
                    <a:pt x="25" y="143"/>
                    <a:pt x="25" y="143"/>
                  </a:cubicBezTo>
                  <a:cubicBezTo>
                    <a:pt x="27" y="150"/>
                    <a:pt x="34" y="153"/>
                    <a:pt x="4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8A691D5D-30A3-4FC6-A82B-C7F7105B9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338" y="2206853"/>
              <a:ext cx="300038" cy="249447"/>
            </a:xfrm>
            <a:custGeom>
              <a:avLst/>
              <a:gdLst>
                <a:gd name="T0" fmla="*/ 49 w 190"/>
                <a:gd name="T1" fmla="*/ 161 h 163"/>
                <a:gd name="T2" fmla="*/ 180 w 190"/>
                <a:gd name="T3" fmla="*/ 114 h 163"/>
                <a:gd name="T4" fmla="*/ 188 w 190"/>
                <a:gd name="T5" fmla="*/ 99 h 163"/>
                <a:gd name="T6" fmla="*/ 156 w 190"/>
                <a:gd name="T7" fmla="*/ 9 h 163"/>
                <a:gd name="T8" fmla="*/ 140 w 190"/>
                <a:gd name="T9" fmla="*/ 2 h 163"/>
                <a:gd name="T10" fmla="*/ 9 w 190"/>
                <a:gd name="T11" fmla="*/ 49 h 163"/>
                <a:gd name="T12" fmla="*/ 2 w 190"/>
                <a:gd name="T13" fmla="*/ 64 h 163"/>
                <a:gd name="T14" fmla="*/ 34 w 190"/>
                <a:gd name="T15" fmla="*/ 154 h 163"/>
                <a:gd name="T16" fmla="*/ 49 w 190"/>
                <a:gd name="T17" fmla="*/ 161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63">
                  <a:moveTo>
                    <a:pt x="49" y="161"/>
                  </a:moveTo>
                  <a:cubicBezTo>
                    <a:pt x="180" y="114"/>
                    <a:pt x="180" y="114"/>
                    <a:pt x="180" y="114"/>
                  </a:cubicBezTo>
                  <a:cubicBezTo>
                    <a:pt x="187" y="112"/>
                    <a:pt x="190" y="105"/>
                    <a:pt x="188" y="99"/>
                  </a:cubicBezTo>
                  <a:cubicBezTo>
                    <a:pt x="156" y="9"/>
                    <a:pt x="156" y="9"/>
                    <a:pt x="156" y="9"/>
                  </a:cubicBezTo>
                  <a:cubicBezTo>
                    <a:pt x="153" y="3"/>
                    <a:pt x="147" y="0"/>
                    <a:pt x="140" y="2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3" y="51"/>
                    <a:pt x="0" y="58"/>
                    <a:pt x="2" y="64"/>
                  </a:cubicBezTo>
                  <a:cubicBezTo>
                    <a:pt x="34" y="154"/>
                    <a:pt x="34" y="154"/>
                    <a:pt x="34" y="154"/>
                  </a:cubicBezTo>
                  <a:cubicBezTo>
                    <a:pt x="36" y="160"/>
                    <a:pt x="43" y="163"/>
                    <a:pt x="49" y="1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0F8A0D07-1A21-46DB-A168-08B83ACF2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3038" y="1919029"/>
              <a:ext cx="303611" cy="261657"/>
            </a:xfrm>
            <a:custGeom>
              <a:avLst/>
              <a:gdLst>
                <a:gd name="T0" fmla="*/ 57 w 193"/>
                <a:gd name="T1" fmla="*/ 168 h 171"/>
                <a:gd name="T2" fmla="*/ 184 w 193"/>
                <a:gd name="T3" fmla="*/ 112 h 171"/>
                <a:gd name="T4" fmla="*/ 190 w 193"/>
                <a:gd name="T5" fmla="*/ 96 h 171"/>
                <a:gd name="T6" fmla="*/ 151 w 193"/>
                <a:gd name="T7" fmla="*/ 9 h 171"/>
                <a:gd name="T8" fmla="*/ 135 w 193"/>
                <a:gd name="T9" fmla="*/ 3 h 171"/>
                <a:gd name="T10" fmla="*/ 9 w 193"/>
                <a:gd name="T11" fmla="*/ 59 h 171"/>
                <a:gd name="T12" fmla="*/ 2 w 193"/>
                <a:gd name="T13" fmla="*/ 75 h 171"/>
                <a:gd name="T14" fmla="*/ 41 w 193"/>
                <a:gd name="T15" fmla="*/ 162 h 171"/>
                <a:gd name="T16" fmla="*/ 57 w 193"/>
                <a:gd name="T17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3" h="171">
                  <a:moveTo>
                    <a:pt x="57" y="168"/>
                  </a:moveTo>
                  <a:cubicBezTo>
                    <a:pt x="184" y="112"/>
                    <a:pt x="184" y="112"/>
                    <a:pt x="184" y="112"/>
                  </a:cubicBezTo>
                  <a:cubicBezTo>
                    <a:pt x="190" y="109"/>
                    <a:pt x="193" y="102"/>
                    <a:pt x="190" y="96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49" y="3"/>
                    <a:pt x="142" y="0"/>
                    <a:pt x="135" y="3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3" y="62"/>
                    <a:pt x="0" y="69"/>
                    <a:pt x="2" y="75"/>
                  </a:cubicBezTo>
                  <a:cubicBezTo>
                    <a:pt x="41" y="162"/>
                    <a:pt x="41" y="162"/>
                    <a:pt x="41" y="162"/>
                  </a:cubicBezTo>
                  <a:cubicBezTo>
                    <a:pt x="44" y="168"/>
                    <a:pt x="51" y="171"/>
                    <a:pt x="57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8776BD64-71E5-4CA4-8FC8-852C009BB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3733" y="1631207"/>
              <a:ext cx="307181" cy="273868"/>
            </a:xfrm>
            <a:custGeom>
              <a:avLst/>
              <a:gdLst>
                <a:gd name="T0" fmla="*/ 65 w 195"/>
                <a:gd name="T1" fmla="*/ 175 h 178"/>
                <a:gd name="T2" fmla="*/ 187 w 195"/>
                <a:gd name="T3" fmla="*/ 108 h 178"/>
                <a:gd name="T4" fmla="*/ 192 w 195"/>
                <a:gd name="T5" fmla="*/ 91 h 178"/>
                <a:gd name="T6" fmla="*/ 146 w 195"/>
                <a:gd name="T7" fmla="*/ 8 h 178"/>
                <a:gd name="T8" fmla="*/ 129 w 195"/>
                <a:gd name="T9" fmla="*/ 3 h 178"/>
                <a:gd name="T10" fmla="*/ 8 w 195"/>
                <a:gd name="T11" fmla="*/ 70 h 178"/>
                <a:gd name="T12" fmla="*/ 3 w 195"/>
                <a:gd name="T13" fmla="*/ 87 h 178"/>
                <a:gd name="T14" fmla="*/ 49 w 195"/>
                <a:gd name="T15" fmla="*/ 170 h 178"/>
                <a:gd name="T16" fmla="*/ 65 w 195"/>
                <a:gd name="T17" fmla="*/ 17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78">
                  <a:moveTo>
                    <a:pt x="65" y="175"/>
                  </a:moveTo>
                  <a:cubicBezTo>
                    <a:pt x="187" y="108"/>
                    <a:pt x="187" y="108"/>
                    <a:pt x="187" y="108"/>
                  </a:cubicBezTo>
                  <a:cubicBezTo>
                    <a:pt x="193" y="104"/>
                    <a:pt x="195" y="97"/>
                    <a:pt x="192" y="91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3" y="2"/>
                    <a:pt x="135" y="0"/>
                    <a:pt x="129" y="3"/>
                  </a:cubicBezTo>
                  <a:cubicBezTo>
                    <a:pt x="8" y="70"/>
                    <a:pt x="8" y="70"/>
                    <a:pt x="8" y="70"/>
                  </a:cubicBezTo>
                  <a:cubicBezTo>
                    <a:pt x="2" y="73"/>
                    <a:pt x="0" y="81"/>
                    <a:pt x="3" y="87"/>
                  </a:cubicBezTo>
                  <a:cubicBezTo>
                    <a:pt x="49" y="170"/>
                    <a:pt x="49" y="170"/>
                    <a:pt x="49" y="170"/>
                  </a:cubicBezTo>
                  <a:cubicBezTo>
                    <a:pt x="52" y="176"/>
                    <a:pt x="60" y="178"/>
                    <a:pt x="65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218C02B9-AF09-4409-B7E3-9EA53EACF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1341640"/>
              <a:ext cx="310754" cy="282590"/>
            </a:xfrm>
            <a:custGeom>
              <a:avLst/>
              <a:gdLst>
                <a:gd name="T0" fmla="*/ 74 w 196"/>
                <a:gd name="T1" fmla="*/ 180 h 184"/>
                <a:gd name="T2" fmla="*/ 189 w 196"/>
                <a:gd name="T3" fmla="*/ 102 h 184"/>
                <a:gd name="T4" fmla="*/ 192 w 196"/>
                <a:gd name="T5" fmla="*/ 86 h 184"/>
                <a:gd name="T6" fmla="*/ 139 w 196"/>
                <a:gd name="T7" fmla="*/ 7 h 184"/>
                <a:gd name="T8" fmla="*/ 122 w 196"/>
                <a:gd name="T9" fmla="*/ 4 h 184"/>
                <a:gd name="T10" fmla="*/ 7 w 196"/>
                <a:gd name="T11" fmla="*/ 82 h 184"/>
                <a:gd name="T12" fmla="*/ 4 w 196"/>
                <a:gd name="T13" fmla="*/ 98 h 184"/>
                <a:gd name="T14" fmla="*/ 58 w 196"/>
                <a:gd name="T15" fmla="*/ 177 h 184"/>
                <a:gd name="T16" fmla="*/ 74 w 196"/>
                <a:gd name="T17" fmla="*/ 18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184">
                  <a:moveTo>
                    <a:pt x="74" y="180"/>
                  </a:moveTo>
                  <a:cubicBezTo>
                    <a:pt x="189" y="102"/>
                    <a:pt x="189" y="102"/>
                    <a:pt x="189" y="102"/>
                  </a:cubicBezTo>
                  <a:cubicBezTo>
                    <a:pt x="195" y="99"/>
                    <a:pt x="196" y="91"/>
                    <a:pt x="192" y="86"/>
                  </a:cubicBezTo>
                  <a:cubicBezTo>
                    <a:pt x="139" y="7"/>
                    <a:pt x="139" y="7"/>
                    <a:pt x="139" y="7"/>
                  </a:cubicBezTo>
                  <a:cubicBezTo>
                    <a:pt x="135" y="1"/>
                    <a:pt x="128" y="0"/>
                    <a:pt x="122" y="4"/>
                  </a:cubicBezTo>
                  <a:cubicBezTo>
                    <a:pt x="7" y="82"/>
                    <a:pt x="7" y="82"/>
                    <a:pt x="7" y="82"/>
                  </a:cubicBezTo>
                  <a:cubicBezTo>
                    <a:pt x="2" y="85"/>
                    <a:pt x="0" y="93"/>
                    <a:pt x="4" y="98"/>
                  </a:cubicBezTo>
                  <a:cubicBezTo>
                    <a:pt x="58" y="177"/>
                    <a:pt x="58" y="177"/>
                    <a:pt x="58" y="177"/>
                  </a:cubicBezTo>
                  <a:cubicBezTo>
                    <a:pt x="61" y="183"/>
                    <a:pt x="69" y="184"/>
                    <a:pt x="74" y="1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2045E372-3749-4330-8D17-8BE7E0A9D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546" y="1079982"/>
              <a:ext cx="307181" cy="287824"/>
            </a:xfrm>
            <a:custGeom>
              <a:avLst/>
              <a:gdLst>
                <a:gd name="T0" fmla="*/ 80 w 195"/>
                <a:gd name="T1" fmla="*/ 183 h 188"/>
                <a:gd name="T2" fmla="*/ 189 w 195"/>
                <a:gd name="T3" fmla="*/ 97 h 188"/>
                <a:gd name="T4" fmla="*/ 191 w 195"/>
                <a:gd name="T5" fmla="*/ 80 h 188"/>
                <a:gd name="T6" fmla="*/ 132 w 195"/>
                <a:gd name="T7" fmla="*/ 6 h 188"/>
                <a:gd name="T8" fmla="*/ 115 w 195"/>
                <a:gd name="T9" fmla="*/ 4 h 188"/>
                <a:gd name="T10" fmla="*/ 6 w 195"/>
                <a:gd name="T11" fmla="*/ 90 h 188"/>
                <a:gd name="T12" fmla="*/ 4 w 195"/>
                <a:gd name="T13" fmla="*/ 107 h 188"/>
                <a:gd name="T14" fmla="*/ 63 w 195"/>
                <a:gd name="T15" fmla="*/ 181 h 188"/>
                <a:gd name="T16" fmla="*/ 80 w 195"/>
                <a:gd name="T17" fmla="*/ 1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88">
                  <a:moveTo>
                    <a:pt x="80" y="183"/>
                  </a:moveTo>
                  <a:cubicBezTo>
                    <a:pt x="189" y="97"/>
                    <a:pt x="189" y="97"/>
                    <a:pt x="189" y="97"/>
                  </a:cubicBezTo>
                  <a:cubicBezTo>
                    <a:pt x="194" y="93"/>
                    <a:pt x="195" y="85"/>
                    <a:pt x="191" y="80"/>
                  </a:cubicBezTo>
                  <a:cubicBezTo>
                    <a:pt x="132" y="6"/>
                    <a:pt x="132" y="6"/>
                    <a:pt x="132" y="6"/>
                  </a:cubicBezTo>
                  <a:cubicBezTo>
                    <a:pt x="127" y="0"/>
                    <a:pt x="120" y="0"/>
                    <a:pt x="115" y="4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1" y="94"/>
                    <a:pt x="0" y="102"/>
                    <a:pt x="4" y="107"/>
                  </a:cubicBezTo>
                  <a:cubicBezTo>
                    <a:pt x="63" y="181"/>
                    <a:pt x="63" y="181"/>
                    <a:pt x="63" y="181"/>
                  </a:cubicBezTo>
                  <a:cubicBezTo>
                    <a:pt x="67" y="187"/>
                    <a:pt x="75" y="188"/>
                    <a:pt x="8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F0B85F40-3047-4181-9055-6CE379FB5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233" y="825303"/>
              <a:ext cx="303611" cy="294801"/>
            </a:xfrm>
            <a:custGeom>
              <a:avLst/>
              <a:gdLst>
                <a:gd name="T0" fmla="*/ 86 w 194"/>
                <a:gd name="T1" fmla="*/ 186 h 191"/>
                <a:gd name="T2" fmla="*/ 188 w 194"/>
                <a:gd name="T3" fmla="*/ 92 h 191"/>
                <a:gd name="T4" fmla="*/ 189 w 194"/>
                <a:gd name="T5" fmla="*/ 75 h 191"/>
                <a:gd name="T6" fmla="*/ 125 w 194"/>
                <a:gd name="T7" fmla="*/ 5 h 191"/>
                <a:gd name="T8" fmla="*/ 108 w 194"/>
                <a:gd name="T9" fmla="*/ 4 h 191"/>
                <a:gd name="T10" fmla="*/ 5 w 194"/>
                <a:gd name="T11" fmla="*/ 98 h 191"/>
                <a:gd name="T12" fmla="*/ 5 w 194"/>
                <a:gd name="T13" fmla="*/ 115 h 191"/>
                <a:gd name="T14" fmla="*/ 69 w 194"/>
                <a:gd name="T15" fmla="*/ 185 h 191"/>
                <a:gd name="T16" fmla="*/ 86 w 194"/>
                <a:gd name="T17" fmla="*/ 186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191">
                  <a:moveTo>
                    <a:pt x="86" y="186"/>
                  </a:moveTo>
                  <a:cubicBezTo>
                    <a:pt x="188" y="92"/>
                    <a:pt x="188" y="92"/>
                    <a:pt x="188" y="92"/>
                  </a:cubicBezTo>
                  <a:cubicBezTo>
                    <a:pt x="193" y="88"/>
                    <a:pt x="194" y="80"/>
                    <a:pt x="189" y="7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0" y="0"/>
                    <a:pt x="113" y="0"/>
                    <a:pt x="108" y="4"/>
                  </a:cubicBezTo>
                  <a:cubicBezTo>
                    <a:pt x="5" y="98"/>
                    <a:pt x="5" y="98"/>
                    <a:pt x="5" y="98"/>
                  </a:cubicBezTo>
                  <a:cubicBezTo>
                    <a:pt x="1" y="103"/>
                    <a:pt x="0" y="110"/>
                    <a:pt x="5" y="115"/>
                  </a:cubicBezTo>
                  <a:cubicBezTo>
                    <a:pt x="69" y="185"/>
                    <a:pt x="69" y="185"/>
                    <a:pt x="69" y="185"/>
                  </a:cubicBezTo>
                  <a:cubicBezTo>
                    <a:pt x="73" y="190"/>
                    <a:pt x="81" y="191"/>
                    <a:pt x="86" y="1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F95EB9CD-F9F9-4F95-80FF-04FD77B25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063" y="589811"/>
              <a:ext cx="303611" cy="296545"/>
            </a:xfrm>
            <a:custGeom>
              <a:avLst/>
              <a:gdLst>
                <a:gd name="T0" fmla="*/ 92 w 191"/>
                <a:gd name="T1" fmla="*/ 188 h 193"/>
                <a:gd name="T2" fmla="*/ 187 w 191"/>
                <a:gd name="T3" fmla="*/ 86 h 193"/>
                <a:gd name="T4" fmla="*/ 186 w 191"/>
                <a:gd name="T5" fmla="*/ 69 h 193"/>
                <a:gd name="T6" fmla="*/ 116 w 191"/>
                <a:gd name="T7" fmla="*/ 5 h 193"/>
                <a:gd name="T8" fmla="*/ 99 w 191"/>
                <a:gd name="T9" fmla="*/ 5 h 193"/>
                <a:gd name="T10" fmla="*/ 5 w 191"/>
                <a:gd name="T11" fmla="*/ 107 h 193"/>
                <a:gd name="T12" fmla="*/ 5 w 191"/>
                <a:gd name="T13" fmla="*/ 124 h 193"/>
                <a:gd name="T14" fmla="*/ 75 w 191"/>
                <a:gd name="T15" fmla="*/ 189 h 193"/>
                <a:gd name="T16" fmla="*/ 92 w 191"/>
                <a:gd name="T17" fmla="*/ 188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93">
                  <a:moveTo>
                    <a:pt x="92" y="188"/>
                  </a:moveTo>
                  <a:cubicBezTo>
                    <a:pt x="187" y="86"/>
                    <a:pt x="187" y="86"/>
                    <a:pt x="187" y="86"/>
                  </a:cubicBezTo>
                  <a:cubicBezTo>
                    <a:pt x="191" y="81"/>
                    <a:pt x="191" y="74"/>
                    <a:pt x="186" y="69"/>
                  </a:cubicBezTo>
                  <a:cubicBezTo>
                    <a:pt x="116" y="5"/>
                    <a:pt x="116" y="5"/>
                    <a:pt x="116" y="5"/>
                  </a:cubicBezTo>
                  <a:cubicBezTo>
                    <a:pt x="111" y="0"/>
                    <a:pt x="104" y="0"/>
                    <a:pt x="99" y="5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0" y="112"/>
                    <a:pt x="1" y="120"/>
                    <a:pt x="5" y="124"/>
                  </a:cubicBezTo>
                  <a:cubicBezTo>
                    <a:pt x="75" y="189"/>
                    <a:pt x="75" y="189"/>
                    <a:pt x="75" y="189"/>
                  </a:cubicBezTo>
                  <a:cubicBezTo>
                    <a:pt x="80" y="193"/>
                    <a:pt x="88" y="193"/>
                    <a:pt x="92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ADEF2B76-0D66-4107-9368-E90372E77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175" y="382230"/>
              <a:ext cx="292894" cy="300034"/>
            </a:xfrm>
            <a:custGeom>
              <a:avLst/>
              <a:gdLst>
                <a:gd name="T0" fmla="*/ 99 w 187"/>
                <a:gd name="T1" fmla="*/ 189 h 195"/>
                <a:gd name="T2" fmla="*/ 183 w 187"/>
                <a:gd name="T3" fmla="*/ 78 h 195"/>
                <a:gd name="T4" fmla="*/ 181 w 187"/>
                <a:gd name="T5" fmla="*/ 61 h 195"/>
                <a:gd name="T6" fmla="*/ 105 w 187"/>
                <a:gd name="T7" fmla="*/ 4 h 195"/>
                <a:gd name="T8" fmla="*/ 88 w 187"/>
                <a:gd name="T9" fmla="*/ 6 h 195"/>
                <a:gd name="T10" fmla="*/ 4 w 187"/>
                <a:gd name="T11" fmla="*/ 117 h 195"/>
                <a:gd name="T12" fmla="*/ 7 w 187"/>
                <a:gd name="T13" fmla="*/ 134 h 195"/>
                <a:gd name="T14" fmla="*/ 83 w 187"/>
                <a:gd name="T15" fmla="*/ 191 h 195"/>
                <a:gd name="T16" fmla="*/ 99 w 187"/>
                <a:gd name="T17" fmla="*/ 18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7" h="195">
                  <a:moveTo>
                    <a:pt x="99" y="189"/>
                  </a:moveTo>
                  <a:cubicBezTo>
                    <a:pt x="183" y="78"/>
                    <a:pt x="183" y="78"/>
                    <a:pt x="183" y="78"/>
                  </a:cubicBezTo>
                  <a:cubicBezTo>
                    <a:pt x="187" y="73"/>
                    <a:pt x="186" y="65"/>
                    <a:pt x="181" y="61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100" y="0"/>
                    <a:pt x="92" y="1"/>
                    <a:pt x="88" y="6"/>
                  </a:cubicBezTo>
                  <a:cubicBezTo>
                    <a:pt x="4" y="117"/>
                    <a:pt x="4" y="117"/>
                    <a:pt x="4" y="117"/>
                  </a:cubicBezTo>
                  <a:cubicBezTo>
                    <a:pt x="0" y="122"/>
                    <a:pt x="2" y="130"/>
                    <a:pt x="7" y="134"/>
                  </a:cubicBezTo>
                  <a:cubicBezTo>
                    <a:pt x="83" y="191"/>
                    <a:pt x="83" y="191"/>
                    <a:pt x="83" y="191"/>
                  </a:cubicBezTo>
                  <a:cubicBezTo>
                    <a:pt x="88" y="195"/>
                    <a:pt x="95" y="194"/>
                    <a:pt x="99" y="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53714A91-A21E-4067-992A-036EBD8E1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106" y="17653"/>
              <a:ext cx="282179" cy="300034"/>
            </a:xfrm>
            <a:custGeom>
              <a:avLst/>
              <a:gdLst>
                <a:gd name="T0" fmla="*/ 108 w 178"/>
                <a:gd name="T1" fmla="*/ 187 h 195"/>
                <a:gd name="T2" fmla="*/ 175 w 178"/>
                <a:gd name="T3" fmla="*/ 65 h 195"/>
                <a:gd name="T4" fmla="*/ 170 w 178"/>
                <a:gd name="T5" fmla="*/ 49 h 195"/>
                <a:gd name="T6" fmla="*/ 86 w 178"/>
                <a:gd name="T7" fmla="*/ 3 h 195"/>
                <a:gd name="T8" fmla="*/ 70 w 178"/>
                <a:gd name="T9" fmla="*/ 8 h 195"/>
                <a:gd name="T10" fmla="*/ 3 w 178"/>
                <a:gd name="T11" fmla="*/ 130 h 195"/>
                <a:gd name="T12" fmla="*/ 8 w 178"/>
                <a:gd name="T13" fmla="*/ 146 h 195"/>
                <a:gd name="T14" fmla="*/ 92 w 178"/>
                <a:gd name="T15" fmla="*/ 192 h 195"/>
                <a:gd name="T16" fmla="*/ 108 w 178"/>
                <a:gd name="T17" fmla="*/ 18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8" h="195">
                  <a:moveTo>
                    <a:pt x="108" y="187"/>
                  </a:moveTo>
                  <a:cubicBezTo>
                    <a:pt x="175" y="65"/>
                    <a:pt x="175" y="65"/>
                    <a:pt x="175" y="65"/>
                  </a:cubicBezTo>
                  <a:cubicBezTo>
                    <a:pt x="178" y="60"/>
                    <a:pt x="176" y="52"/>
                    <a:pt x="170" y="4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81" y="0"/>
                    <a:pt x="73" y="2"/>
                    <a:pt x="70" y="8"/>
                  </a:cubicBezTo>
                  <a:cubicBezTo>
                    <a:pt x="3" y="130"/>
                    <a:pt x="3" y="130"/>
                    <a:pt x="3" y="130"/>
                  </a:cubicBezTo>
                  <a:cubicBezTo>
                    <a:pt x="0" y="136"/>
                    <a:pt x="2" y="143"/>
                    <a:pt x="8" y="146"/>
                  </a:cubicBezTo>
                  <a:cubicBezTo>
                    <a:pt x="92" y="192"/>
                    <a:pt x="92" y="192"/>
                    <a:pt x="92" y="192"/>
                  </a:cubicBezTo>
                  <a:cubicBezTo>
                    <a:pt x="97" y="195"/>
                    <a:pt x="105" y="193"/>
                    <a:pt x="108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443D47FE-FAAF-49D6-A71C-457D7827D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175" y="-240515"/>
              <a:ext cx="253604" cy="291312"/>
            </a:xfrm>
            <a:custGeom>
              <a:avLst/>
              <a:gdLst>
                <a:gd name="T0" fmla="*/ 115 w 161"/>
                <a:gd name="T1" fmla="*/ 179 h 189"/>
                <a:gd name="T2" fmla="*/ 159 w 161"/>
                <a:gd name="T3" fmla="*/ 48 h 189"/>
                <a:gd name="T4" fmla="*/ 151 w 161"/>
                <a:gd name="T5" fmla="*/ 32 h 189"/>
                <a:gd name="T6" fmla="*/ 61 w 161"/>
                <a:gd name="T7" fmla="*/ 2 h 189"/>
                <a:gd name="T8" fmla="*/ 46 w 161"/>
                <a:gd name="T9" fmla="*/ 10 h 189"/>
                <a:gd name="T10" fmla="*/ 2 w 161"/>
                <a:gd name="T11" fmla="*/ 142 h 189"/>
                <a:gd name="T12" fmla="*/ 10 w 161"/>
                <a:gd name="T13" fmla="*/ 157 h 189"/>
                <a:gd name="T14" fmla="*/ 100 w 161"/>
                <a:gd name="T15" fmla="*/ 187 h 189"/>
                <a:gd name="T16" fmla="*/ 115 w 161"/>
                <a:gd name="T17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" h="189">
                  <a:moveTo>
                    <a:pt x="115" y="179"/>
                  </a:moveTo>
                  <a:cubicBezTo>
                    <a:pt x="159" y="48"/>
                    <a:pt x="159" y="48"/>
                    <a:pt x="159" y="48"/>
                  </a:cubicBezTo>
                  <a:cubicBezTo>
                    <a:pt x="161" y="41"/>
                    <a:pt x="158" y="34"/>
                    <a:pt x="151" y="32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55" y="0"/>
                    <a:pt x="48" y="4"/>
                    <a:pt x="46" y="10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0" y="148"/>
                    <a:pt x="3" y="155"/>
                    <a:pt x="10" y="157"/>
                  </a:cubicBezTo>
                  <a:cubicBezTo>
                    <a:pt x="100" y="187"/>
                    <a:pt x="100" y="187"/>
                    <a:pt x="100" y="187"/>
                  </a:cubicBezTo>
                  <a:cubicBezTo>
                    <a:pt x="106" y="189"/>
                    <a:pt x="113" y="186"/>
                    <a:pt x="115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629BAFA9-F564-4004-B63D-314D5D57D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783" y="-123641"/>
              <a:ext cx="271463" cy="298290"/>
            </a:xfrm>
            <a:custGeom>
              <a:avLst/>
              <a:gdLst>
                <a:gd name="T0" fmla="*/ 112 w 172"/>
                <a:gd name="T1" fmla="*/ 185 h 193"/>
                <a:gd name="T2" fmla="*/ 169 w 172"/>
                <a:gd name="T3" fmla="*/ 58 h 193"/>
                <a:gd name="T4" fmla="*/ 163 w 172"/>
                <a:gd name="T5" fmla="*/ 42 h 193"/>
                <a:gd name="T6" fmla="*/ 76 w 172"/>
                <a:gd name="T7" fmla="*/ 3 h 193"/>
                <a:gd name="T8" fmla="*/ 60 w 172"/>
                <a:gd name="T9" fmla="*/ 9 h 193"/>
                <a:gd name="T10" fmla="*/ 3 w 172"/>
                <a:gd name="T11" fmla="*/ 135 h 193"/>
                <a:gd name="T12" fmla="*/ 9 w 172"/>
                <a:gd name="T13" fmla="*/ 151 h 193"/>
                <a:gd name="T14" fmla="*/ 96 w 172"/>
                <a:gd name="T15" fmla="*/ 191 h 193"/>
                <a:gd name="T16" fmla="*/ 112 w 172"/>
                <a:gd name="T17" fmla="*/ 18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193">
                  <a:moveTo>
                    <a:pt x="112" y="185"/>
                  </a:moveTo>
                  <a:cubicBezTo>
                    <a:pt x="169" y="58"/>
                    <a:pt x="169" y="58"/>
                    <a:pt x="169" y="58"/>
                  </a:cubicBezTo>
                  <a:cubicBezTo>
                    <a:pt x="172" y="52"/>
                    <a:pt x="169" y="45"/>
                    <a:pt x="163" y="42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0" y="0"/>
                    <a:pt x="63" y="3"/>
                    <a:pt x="60" y="9"/>
                  </a:cubicBezTo>
                  <a:cubicBezTo>
                    <a:pt x="3" y="135"/>
                    <a:pt x="3" y="135"/>
                    <a:pt x="3" y="135"/>
                  </a:cubicBezTo>
                  <a:cubicBezTo>
                    <a:pt x="0" y="141"/>
                    <a:pt x="3" y="149"/>
                    <a:pt x="9" y="151"/>
                  </a:cubicBezTo>
                  <a:cubicBezTo>
                    <a:pt x="96" y="191"/>
                    <a:pt x="96" y="191"/>
                    <a:pt x="96" y="191"/>
                  </a:cubicBezTo>
                  <a:cubicBezTo>
                    <a:pt x="102" y="193"/>
                    <a:pt x="109" y="191"/>
                    <a:pt x="112" y="1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9D741121-2C7B-49D5-A273-C7F91FA1B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3" y="183370"/>
              <a:ext cx="289323" cy="301779"/>
            </a:xfrm>
            <a:custGeom>
              <a:avLst/>
              <a:gdLst>
                <a:gd name="T0" fmla="*/ 103 w 183"/>
                <a:gd name="T1" fmla="*/ 189 h 196"/>
                <a:gd name="T2" fmla="*/ 179 w 183"/>
                <a:gd name="T3" fmla="*/ 72 h 196"/>
                <a:gd name="T4" fmla="*/ 176 w 183"/>
                <a:gd name="T5" fmla="*/ 56 h 196"/>
                <a:gd name="T6" fmla="*/ 96 w 183"/>
                <a:gd name="T7" fmla="*/ 4 h 196"/>
                <a:gd name="T8" fmla="*/ 79 w 183"/>
                <a:gd name="T9" fmla="*/ 7 h 196"/>
                <a:gd name="T10" fmla="*/ 3 w 183"/>
                <a:gd name="T11" fmla="*/ 124 h 196"/>
                <a:gd name="T12" fmla="*/ 7 w 183"/>
                <a:gd name="T13" fmla="*/ 141 h 196"/>
                <a:gd name="T14" fmla="*/ 87 w 183"/>
                <a:gd name="T15" fmla="*/ 192 h 196"/>
                <a:gd name="T16" fmla="*/ 103 w 183"/>
                <a:gd name="T17" fmla="*/ 189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196">
                  <a:moveTo>
                    <a:pt x="103" y="189"/>
                  </a:moveTo>
                  <a:cubicBezTo>
                    <a:pt x="179" y="72"/>
                    <a:pt x="179" y="72"/>
                    <a:pt x="179" y="72"/>
                  </a:cubicBezTo>
                  <a:cubicBezTo>
                    <a:pt x="183" y="67"/>
                    <a:pt x="181" y="59"/>
                    <a:pt x="176" y="56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0" y="0"/>
                    <a:pt x="83" y="2"/>
                    <a:pt x="79" y="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9"/>
                    <a:pt x="1" y="137"/>
                    <a:pt x="7" y="141"/>
                  </a:cubicBezTo>
                  <a:cubicBezTo>
                    <a:pt x="87" y="192"/>
                    <a:pt x="87" y="192"/>
                    <a:pt x="87" y="192"/>
                  </a:cubicBezTo>
                  <a:cubicBezTo>
                    <a:pt x="92" y="196"/>
                    <a:pt x="100" y="194"/>
                    <a:pt x="103" y="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9DBBF58-4742-4E16-8F4A-6512191E15A8}"/>
              </a:ext>
            </a:extLst>
          </p:cNvPr>
          <p:cNvSpPr txBox="1"/>
          <p:nvPr/>
        </p:nvSpPr>
        <p:spPr>
          <a:xfrm>
            <a:off x="9596403" y="-72332"/>
            <a:ext cx="52325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8000" b="1" dirty="0">
                <a:solidFill>
                  <a:srgbClr val="122B3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Testing &amp; limitations</a:t>
            </a:r>
            <a:endParaRPr lang="en-US" sz="8000" dirty="0">
              <a:solidFill>
                <a:srgbClr val="122B38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C2CE5-2113-A423-B082-B86E14C26037}"/>
              </a:ext>
            </a:extLst>
          </p:cNvPr>
          <p:cNvSpPr txBox="1"/>
          <p:nvPr/>
        </p:nvSpPr>
        <p:spPr>
          <a:xfrm>
            <a:off x="15519010" y="2881590"/>
            <a:ext cx="8026094" cy="12408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4230"/>
                </a:solidFill>
                <a:latin typeface="Aptos" panose="020B0004020202020204" pitchFamily="34" charset="0"/>
                <a:cs typeface="Arial" pitchFamily="34" charset="-120"/>
              </a:rPr>
              <a:t>Known 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0C91E-1CBB-5A7B-80DA-11CACC685047}"/>
              </a:ext>
            </a:extLst>
          </p:cNvPr>
          <p:cNvSpPr txBox="1"/>
          <p:nvPr/>
        </p:nvSpPr>
        <p:spPr>
          <a:xfrm>
            <a:off x="387924" y="12824809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	          6 / 9</a:t>
            </a: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C1008772-F17E-6D4C-2E9F-138DE8FD376D}"/>
              </a:ext>
            </a:extLst>
          </p:cNvPr>
          <p:cNvSpPr/>
          <p:nvPr/>
        </p:nvSpPr>
        <p:spPr>
          <a:xfrm>
            <a:off x="689346" y="5159253"/>
            <a:ext cx="8749225" cy="7182143"/>
          </a:xfrm>
          <a:custGeom>
            <a:avLst/>
            <a:gdLst>
              <a:gd name="csX0" fmla="*/ 0 w 8749225"/>
              <a:gd name="csY0" fmla="*/ 354654 h 7182143"/>
              <a:gd name="csX1" fmla="*/ 354654 w 8749225"/>
              <a:gd name="csY1" fmla="*/ 0 h 7182143"/>
              <a:gd name="csX2" fmla="*/ 687736 w 8749225"/>
              <a:gd name="csY2" fmla="*/ 0 h 7182143"/>
              <a:gd name="csX3" fmla="*/ 1262016 w 8749225"/>
              <a:gd name="csY3" fmla="*/ 0 h 7182143"/>
              <a:gd name="csX4" fmla="*/ 1997094 w 8749225"/>
              <a:gd name="csY4" fmla="*/ 0 h 7182143"/>
              <a:gd name="csX5" fmla="*/ 2410576 w 8749225"/>
              <a:gd name="csY5" fmla="*/ 0 h 7182143"/>
              <a:gd name="csX6" fmla="*/ 3145654 w 8749225"/>
              <a:gd name="csY6" fmla="*/ 0 h 7182143"/>
              <a:gd name="csX7" fmla="*/ 3719934 w 8749225"/>
              <a:gd name="csY7" fmla="*/ 0 h 7182143"/>
              <a:gd name="csX8" fmla="*/ 4133415 w 8749225"/>
              <a:gd name="csY8" fmla="*/ 0 h 7182143"/>
              <a:gd name="csX9" fmla="*/ 4788094 w 8749225"/>
              <a:gd name="csY9" fmla="*/ 0 h 7182143"/>
              <a:gd name="csX10" fmla="*/ 5442773 w 8749225"/>
              <a:gd name="csY10" fmla="*/ 0 h 7182143"/>
              <a:gd name="csX11" fmla="*/ 6097452 w 8749225"/>
              <a:gd name="csY11" fmla="*/ 0 h 7182143"/>
              <a:gd name="csX12" fmla="*/ 6671732 w 8749225"/>
              <a:gd name="csY12" fmla="*/ 0 h 7182143"/>
              <a:gd name="csX13" fmla="*/ 7246011 w 8749225"/>
              <a:gd name="csY13" fmla="*/ 0 h 7182143"/>
              <a:gd name="csX14" fmla="*/ 7739892 w 8749225"/>
              <a:gd name="csY14" fmla="*/ 0 h 7182143"/>
              <a:gd name="csX15" fmla="*/ 8394571 w 8749225"/>
              <a:gd name="csY15" fmla="*/ 0 h 7182143"/>
              <a:gd name="csX16" fmla="*/ 8749225 w 8749225"/>
              <a:gd name="csY16" fmla="*/ 354654 h 7182143"/>
              <a:gd name="csX17" fmla="*/ 8749225 w 8749225"/>
              <a:gd name="csY17" fmla="*/ 1072550 h 7182143"/>
              <a:gd name="csX18" fmla="*/ 8749225 w 8749225"/>
              <a:gd name="csY18" fmla="*/ 1531533 h 7182143"/>
              <a:gd name="csX19" fmla="*/ 8749225 w 8749225"/>
              <a:gd name="csY19" fmla="*/ 2184701 h 7182143"/>
              <a:gd name="csX20" fmla="*/ 8749225 w 8749225"/>
              <a:gd name="csY20" fmla="*/ 2708412 h 7182143"/>
              <a:gd name="csX21" fmla="*/ 8749225 w 8749225"/>
              <a:gd name="csY21" fmla="*/ 3102667 h 7182143"/>
              <a:gd name="csX22" fmla="*/ 8749225 w 8749225"/>
              <a:gd name="csY22" fmla="*/ 3496921 h 7182143"/>
              <a:gd name="csX23" fmla="*/ 8749225 w 8749225"/>
              <a:gd name="csY23" fmla="*/ 3891176 h 7182143"/>
              <a:gd name="csX24" fmla="*/ 8749225 w 8749225"/>
              <a:gd name="csY24" fmla="*/ 4414887 h 7182143"/>
              <a:gd name="csX25" fmla="*/ 8749225 w 8749225"/>
              <a:gd name="csY25" fmla="*/ 4873870 h 7182143"/>
              <a:gd name="csX26" fmla="*/ 8749225 w 8749225"/>
              <a:gd name="csY26" fmla="*/ 5527038 h 7182143"/>
              <a:gd name="csX27" fmla="*/ 8749225 w 8749225"/>
              <a:gd name="csY27" fmla="*/ 6115477 h 7182143"/>
              <a:gd name="csX28" fmla="*/ 8749225 w 8749225"/>
              <a:gd name="csY28" fmla="*/ 6827489 h 7182143"/>
              <a:gd name="csX29" fmla="*/ 8394571 w 8749225"/>
              <a:gd name="csY29" fmla="*/ 7182143 h 7182143"/>
              <a:gd name="csX30" fmla="*/ 7900690 w 8749225"/>
              <a:gd name="csY30" fmla="*/ 7182143 h 7182143"/>
              <a:gd name="csX31" fmla="*/ 7406810 w 8749225"/>
              <a:gd name="csY31" fmla="*/ 7182143 h 7182143"/>
              <a:gd name="csX32" fmla="*/ 6912929 w 8749225"/>
              <a:gd name="csY32" fmla="*/ 7182143 h 7182143"/>
              <a:gd name="csX33" fmla="*/ 6258250 w 8749225"/>
              <a:gd name="csY33" fmla="*/ 7182143 h 7182143"/>
              <a:gd name="csX34" fmla="*/ 5844769 w 8749225"/>
              <a:gd name="csY34" fmla="*/ 7182143 h 7182143"/>
              <a:gd name="csX35" fmla="*/ 5511686 w 8749225"/>
              <a:gd name="csY35" fmla="*/ 7182143 h 7182143"/>
              <a:gd name="csX36" fmla="*/ 5178604 w 8749225"/>
              <a:gd name="csY36" fmla="*/ 7182143 h 7182143"/>
              <a:gd name="csX37" fmla="*/ 4604324 w 8749225"/>
              <a:gd name="csY37" fmla="*/ 7182143 h 7182143"/>
              <a:gd name="csX38" fmla="*/ 4190843 w 8749225"/>
              <a:gd name="csY38" fmla="*/ 7182143 h 7182143"/>
              <a:gd name="csX39" fmla="*/ 3455765 w 8749225"/>
              <a:gd name="csY39" fmla="*/ 7182143 h 7182143"/>
              <a:gd name="csX40" fmla="*/ 3042283 w 8749225"/>
              <a:gd name="csY40" fmla="*/ 7182143 h 7182143"/>
              <a:gd name="csX41" fmla="*/ 2468004 w 8749225"/>
              <a:gd name="csY41" fmla="*/ 7182143 h 7182143"/>
              <a:gd name="csX42" fmla="*/ 2054522 w 8749225"/>
              <a:gd name="csY42" fmla="*/ 7182143 h 7182143"/>
              <a:gd name="csX43" fmla="*/ 1641041 w 8749225"/>
              <a:gd name="csY43" fmla="*/ 7182143 h 7182143"/>
              <a:gd name="csX44" fmla="*/ 986362 w 8749225"/>
              <a:gd name="csY44" fmla="*/ 7182143 h 7182143"/>
              <a:gd name="csX45" fmla="*/ 354654 w 8749225"/>
              <a:gd name="csY45" fmla="*/ 7182143 h 7182143"/>
              <a:gd name="csX46" fmla="*/ 0 w 8749225"/>
              <a:gd name="csY46" fmla="*/ 6827489 h 7182143"/>
              <a:gd name="csX47" fmla="*/ 0 w 8749225"/>
              <a:gd name="csY47" fmla="*/ 6109593 h 7182143"/>
              <a:gd name="csX48" fmla="*/ 0 w 8749225"/>
              <a:gd name="csY48" fmla="*/ 5391697 h 7182143"/>
              <a:gd name="csX49" fmla="*/ 0 w 8749225"/>
              <a:gd name="csY49" fmla="*/ 4673800 h 7182143"/>
              <a:gd name="csX50" fmla="*/ 0 w 8749225"/>
              <a:gd name="csY50" fmla="*/ 4150089 h 7182143"/>
              <a:gd name="csX51" fmla="*/ 0 w 8749225"/>
              <a:gd name="csY51" fmla="*/ 3691106 h 7182143"/>
              <a:gd name="csX52" fmla="*/ 0 w 8749225"/>
              <a:gd name="csY52" fmla="*/ 2973210 h 7182143"/>
              <a:gd name="csX53" fmla="*/ 0 w 8749225"/>
              <a:gd name="csY53" fmla="*/ 2320042 h 7182143"/>
              <a:gd name="csX54" fmla="*/ 0 w 8749225"/>
              <a:gd name="csY54" fmla="*/ 1925788 h 7182143"/>
              <a:gd name="csX55" fmla="*/ 0 w 8749225"/>
              <a:gd name="csY55" fmla="*/ 1337348 h 7182143"/>
              <a:gd name="csX56" fmla="*/ 0 w 8749225"/>
              <a:gd name="csY56" fmla="*/ 354654 h 7182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8749225" h="7182143" fill="none" extrusionOk="0">
                <a:moveTo>
                  <a:pt x="0" y="354654"/>
                </a:moveTo>
                <a:cubicBezTo>
                  <a:pt x="414" y="148246"/>
                  <a:pt x="207090" y="11467"/>
                  <a:pt x="354654" y="0"/>
                </a:cubicBezTo>
                <a:cubicBezTo>
                  <a:pt x="508510" y="-3260"/>
                  <a:pt x="545526" y="30871"/>
                  <a:pt x="687736" y="0"/>
                </a:cubicBezTo>
                <a:cubicBezTo>
                  <a:pt x="829946" y="-30871"/>
                  <a:pt x="1033295" y="58243"/>
                  <a:pt x="1262016" y="0"/>
                </a:cubicBezTo>
                <a:cubicBezTo>
                  <a:pt x="1490737" y="-58243"/>
                  <a:pt x="1636096" y="14727"/>
                  <a:pt x="1997094" y="0"/>
                </a:cubicBezTo>
                <a:cubicBezTo>
                  <a:pt x="2358092" y="-14727"/>
                  <a:pt x="2219311" y="46495"/>
                  <a:pt x="2410576" y="0"/>
                </a:cubicBezTo>
                <a:cubicBezTo>
                  <a:pt x="2601841" y="-46495"/>
                  <a:pt x="2896211" y="68696"/>
                  <a:pt x="3145654" y="0"/>
                </a:cubicBezTo>
                <a:cubicBezTo>
                  <a:pt x="3395097" y="-68696"/>
                  <a:pt x="3438500" y="28620"/>
                  <a:pt x="3719934" y="0"/>
                </a:cubicBezTo>
                <a:cubicBezTo>
                  <a:pt x="4001368" y="-28620"/>
                  <a:pt x="4017819" y="17538"/>
                  <a:pt x="4133415" y="0"/>
                </a:cubicBezTo>
                <a:cubicBezTo>
                  <a:pt x="4249011" y="-17538"/>
                  <a:pt x="4615257" y="69539"/>
                  <a:pt x="4788094" y="0"/>
                </a:cubicBezTo>
                <a:cubicBezTo>
                  <a:pt x="4960931" y="-69539"/>
                  <a:pt x="5182823" y="20416"/>
                  <a:pt x="5442773" y="0"/>
                </a:cubicBezTo>
                <a:cubicBezTo>
                  <a:pt x="5702723" y="-20416"/>
                  <a:pt x="5831558" y="5087"/>
                  <a:pt x="6097452" y="0"/>
                </a:cubicBezTo>
                <a:cubicBezTo>
                  <a:pt x="6363346" y="-5087"/>
                  <a:pt x="6506746" y="15255"/>
                  <a:pt x="6671732" y="0"/>
                </a:cubicBezTo>
                <a:cubicBezTo>
                  <a:pt x="6836718" y="-15255"/>
                  <a:pt x="7011149" y="65698"/>
                  <a:pt x="7246011" y="0"/>
                </a:cubicBezTo>
                <a:cubicBezTo>
                  <a:pt x="7480873" y="-65698"/>
                  <a:pt x="7552935" y="42335"/>
                  <a:pt x="7739892" y="0"/>
                </a:cubicBezTo>
                <a:cubicBezTo>
                  <a:pt x="7926849" y="-42335"/>
                  <a:pt x="8080664" y="60505"/>
                  <a:pt x="8394571" y="0"/>
                </a:cubicBezTo>
                <a:cubicBezTo>
                  <a:pt x="8570349" y="-4598"/>
                  <a:pt x="8753839" y="150190"/>
                  <a:pt x="8749225" y="354654"/>
                </a:cubicBezTo>
                <a:cubicBezTo>
                  <a:pt x="8804144" y="556716"/>
                  <a:pt x="8728966" y="783717"/>
                  <a:pt x="8749225" y="1072550"/>
                </a:cubicBezTo>
                <a:cubicBezTo>
                  <a:pt x="8769484" y="1361383"/>
                  <a:pt x="8709831" y="1433959"/>
                  <a:pt x="8749225" y="1531533"/>
                </a:cubicBezTo>
                <a:cubicBezTo>
                  <a:pt x="8788619" y="1629107"/>
                  <a:pt x="8730231" y="1888367"/>
                  <a:pt x="8749225" y="2184701"/>
                </a:cubicBezTo>
                <a:cubicBezTo>
                  <a:pt x="8768219" y="2481035"/>
                  <a:pt x="8719824" y="2529754"/>
                  <a:pt x="8749225" y="2708412"/>
                </a:cubicBezTo>
                <a:cubicBezTo>
                  <a:pt x="8778626" y="2887070"/>
                  <a:pt x="8717066" y="2950295"/>
                  <a:pt x="8749225" y="3102667"/>
                </a:cubicBezTo>
                <a:cubicBezTo>
                  <a:pt x="8781384" y="3255040"/>
                  <a:pt x="8711109" y="3304965"/>
                  <a:pt x="8749225" y="3496921"/>
                </a:cubicBezTo>
                <a:cubicBezTo>
                  <a:pt x="8787341" y="3688877"/>
                  <a:pt x="8702041" y="3716389"/>
                  <a:pt x="8749225" y="3891176"/>
                </a:cubicBezTo>
                <a:cubicBezTo>
                  <a:pt x="8796409" y="4065964"/>
                  <a:pt x="8743229" y="4216030"/>
                  <a:pt x="8749225" y="4414887"/>
                </a:cubicBezTo>
                <a:cubicBezTo>
                  <a:pt x="8755221" y="4613744"/>
                  <a:pt x="8697498" y="4687067"/>
                  <a:pt x="8749225" y="4873870"/>
                </a:cubicBezTo>
                <a:cubicBezTo>
                  <a:pt x="8800952" y="5060673"/>
                  <a:pt x="8677566" y="5266213"/>
                  <a:pt x="8749225" y="5527038"/>
                </a:cubicBezTo>
                <a:cubicBezTo>
                  <a:pt x="8820884" y="5787863"/>
                  <a:pt x="8682571" y="5983921"/>
                  <a:pt x="8749225" y="6115477"/>
                </a:cubicBezTo>
                <a:cubicBezTo>
                  <a:pt x="8815879" y="6247033"/>
                  <a:pt x="8676535" y="6677407"/>
                  <a:pt x="8749225" y="6827489"/>
                </a:cubicBezTo>
                <a:cubicBezTo>
                  <a:pt x="8775494" y="7022296"/>
                  <a:pt x="8578833" y="7136993"/>
                  <a:pt x="8394571" y="7182143"/>
                </a:cubicBezTo>
                <a:cubicBezTo>
                  <a:pt x="8228123" y="7216782"/>
                  <a:pt x="8003094" y="7139836"/>
                  <a:pt x="7900690" y="7182143"/>
                </a:cubicBezTo>
                <a:cubicBezTo>
                  <a:pt x="7798286" y="7224450"/>
                  <a:pt x="7549364" y="7125353"/>
                  <a:pt x="7406810" y="7182143"/>
                </a:cubicBezTo>
                <a:cubicBezTo>
                  <a:pt x="7264256" y="7238933"/>
                  <a:pt x="7143394" y="7124641"/>
                  <a:pt x="6912929" y="7182143"/>
                </a:cubicBezTo>
                <a:cubicBezTo>
                  <a:pt x="6682464" y="7239645"/>
                  <a:pt x="6527895" y="7130834"/>
                  <a:pt x="6258250" y="7182143"/>
                </a:cubicBezTo>
                <a:cubicBezTo>
                  <a:pt x="5988605" y="7233452"/>
                  <a:pt x="6000282" y="7166400"/>
                  <a:pt x="5844769" y="7182143"/>
                </a:cubicBezTo>
                <a:cubicBezTo>
                  <a:pt x="5689256" y="7197886"/>
                  <a:pt x="5611430" y="7153382"/>
                  <a:pt x="5511686" y="7182143"/>
                </a:cubicBezTo>
                <a:cubicBezTo>
                  <a:pt x="5411942" y="7210904"/>
                  <a:pt x="5323508" y="7161122"/>
                  <a:pt x="5178604" y="7182143"/>
                </a:cubicBezTo>
                <a:cubicBezTo>
                  <a:pt x="5033700" y="7203164"/>
                  <a:pt x="4836497" y="7124478"/>
                  <a:pt x="4604324" y="7182143"/>
                </a:cubicBezTo>
                <a:cubicBezTo>
                  <a:pt x="4372151" y="7239808"/>
                  <a:pt x="4324993" y="7168102"/>
                  <a:pt x="4190843" y="7182143"/>
                </a:cubicBezTo>
                <a:cubicBezTo>
                  <a:pt x="4056693" y="7196184"/>
                  <a:pt x="3673025" y="7113142"/>
                  <a:pt x="3455765" y="7182143"/>
                </a:cubicBezTo>
                <a:cubicBezTo>
                  <a:pt x="3238505" y="7251144"/>
                  <a:pt x="3187230" y="7138926"/>
                  <a:pt x="3042283" y="7182143"/>
                </a:cubicBezTo>
                <a:cubicBezTo>
                  <a:pt x="2897336" y="7225360"/>
                  <a:pt x="2683619" y="7128087"/>
                  <a:pt x="2468004" y="7182143"/>
                </a:cubicBezTo>
                <a:cubicBezTo>
                  <a:pt x="2252389" y="7236199"/>
                  <a:pt x="2147341" y="7157505"/>
                  <a:pt x="2054522" y="7182143"/>
                </a:cubicBezTo>
                <a:cubicBezTo>
                  <a:pt x="1961703" y="7206781"/>
                  <a:pt x="1748408" y="7150293"/>
                  <a:pt x="1641041" y="7182143"/>
                </a:cubicBezTo>
                <a:cubicBezTo>
                  <a:pt x="1533674" y="7213993"/>
                  <a:pt x="1278518" y="7134985"/>
                  <a:pt x="986362" y="7182143"/>
                </a:cubicBezTo>
                <a:cubicBezTo>
                  <a:pt x="694206" y="7229301"/>
                  <a:pt x="525880" y="7122812"/>
                  <a:pt x="354654" y="7182143"/>
                </a:cubicBezTo>
                <a:cubicBezTo>
                  <a:pt x="190109" y="7218785"/>
                  <a:pt x="8438" y="7060467"/>
                  <a:pt x="0" y="6827489"/>
                </a:cubicBezTo>
                <a:cubicBezTo>
                  <a:pt x="-1140" y="6682709"/>
                  <a:pt x="77475" y="6452164"/>
                  <a:pt x="0" y="6109593"/>
                </a:cubicBezTo>
                <a:cubicBezTo>
                  <a:pt x="-77475" y="5767022"/>
                  <a:pt x="66769" y="5582896"/>
                  <a:pt x="0" y="5391697"/>
                </a:cubicBezTo>
                <a:cubicBezTo>
                  <a:pt x="-66769" y="5200498"/>
                  <a:pt x="25805" y="4917840"/>
                  <a:pt x="0" y="4673800"/>
                </a:cubicBezTo>
                <a:cubicBezTo>
                  <a:pt x="-25805" y="4429760"/>
                  <a:pt x="34561" y="4302019"/>
                  <a:pt x="0" y="4150089"/>
                </a:cubicBezTo>
                <a:cubicBezTo>
                  <a:pt x="-34561" y="3998159"/>
                  <a:pt x="22192" y="3844833"/>
                  <a:pt x="0" y="3691106"/>
                </a:cubicBezTo>
                <a:cubicBezTo>
                  <a:pt x="-22192" y="3537379"/>
                  <a:pt x="79145" y="3142046"/>
                  <a:pt x="0" y="2973210"/>
                </a:cubicBezTo>
                <a:cubicBezTo>
                  <a:pt x="-79145" y="2804374"/>
                  <a:pt x="65297" y="2475361"/>
                  <a:pt x="0" y="2320042"/>
                </a:cubicBezTo>
                <a:cubicBezTo>
                  <a:pt x="-65297" y="2164723"/>
                  <a:pt x="44580" y="2059165"/>
                  <a:pt x="0" y="1925788"/>
                </a:cubicBezTo>
                <a:cubicBezTo>
                  <a:pt x="-44580" y="1792411"/>
                  <a:pt x="64945" y="1545381"/>
                  <a:pt x="0" y="1337348"/>
                </a:cubicBezTo>
                <a:cubicBezTo>
                  <a:pt x="-64945" y="1129315"/>
                  <a:pt x="97460" y="816649"/>
                  <a:pt x="0" y="354654"/>
                </a:cubicBezTo>
                <a:close/>
              </a:path>
              <a:path w="8749225" h="7182143" stroke="0" extrusionOk="0">
                <a:moveTo>
                  <a:pt x="0" y="354654"/>
                </a:moveTo>
                <a:cubicBezTo>
                  <a:pt x="-14828" y="147751"/>
                  <a:pt x="169759" y="-14348"/>
                  <a:pt x="354654" y="0"/>
                </a:cubicBezTo>
                <a:cubicBezTo>
                  <a:pt x="543575" y="-24806"/>
                  <a:pt x="588105" y="39348"/>
                  <a:pt x="768135" y="0"/>
                </a:cubicBezTo>
                <a:cubicBezTo>
                  <a:pt x="948165" y="-39348"/>
                  <a:pt x="1211762" y="3231"/>
                  <a:pt x="1503214" y="0"/>
                </a:cubicBezTo>
                <a:cubicBezTo>
                  <a:pt x="1794666" y="-3231"/>
                  <a:pt x="1783314" y="14949"/>
                  <a:pt x="1997094" y="0"/>
                </a:cubicBezTo>
                <a:cubicBezTo>
                  <a:pt x="2210874" y="-14949"/>
                  <a:pt x="2324752" y="37546"/>
                  <a:pt x="2651773" y="0"/>
                </a:cubicBezTo>
                <a:cubicBezTo>
                  <a:pt x="2978794" y="-37546"/>
                  <a:pt x="3177992" y="44193"/>
                  <a:pt x="3386851" y="0"/>
                </a:cubicBezTo>
                <a:cubicBezTo>
                  <a:pt x="3595710" y="-44193"/>
                  <a:pt x="3926803" y="50960"/>
                  <a:pt x="4121929" y="0"/>
                </a:cubicBezTo>
                <a:cubicBezTo>
                  <a:pt x="4317055" y="-50960"/>
                  <a:pt x="4616664" y="26867"/>
                  <a:pt x="4776608" y="0"/>
                </a:cubicBezTo>
                <a:cubicBezTo>
                  <a:pt x="4936552" y="-26867"/>
                  <a:pt x="5260482" y="59759"/>
                  <a:pt x="5431287" y="0"/>
                </a:cubicBezTo>
                <a:cubicBezTo>
                  <a:pt x="5602092" y="-59759"/>
                  <a:pt x="5796322" y="46874"/>
                  <a:pt x="5925168" y="0"/>
                </a:cubicBezTo>
                <a:cubicBezTo>
                  <a:pt x="6054014" y="-46874"/>
                  <a:pt x="6383608" y="56511"/>
                  <a:pt x="6499448" y="0"/>
                </a:cubicBezTo>
                <a:cubicBezTo>
                  <a:pt x="6615288" y="-56511"/>
                  <a:pt x="6878233" y="3922"/>
                  <a:pt x="7234526" y="0"/>
                </a:cubicBezTo>
                <a:cubicBezTo>
                  <a:pt x="7590819" y="-3922"/>
                  <a:pt x="7466636" y="37708"/>
                  <a:pt x="7567608" y="0"/>
                </a:cubicBezTo>
                <a:cubicBezTo>
                  <a:pt x="7668580" y="-37708"/>
                  <a:pt x="8140344" y="13773"/>
                  <a:pt x="8394571" y="0"/>
                </a:cubicBezTo>
                <a:cubicBezTo>
                  <a:pt x="8563810" y="18051"/>
                  <a:pt x="8774463" y="150798"/>
                  <a:pt x="8749225" y="354654"/>
                </a:cubicBezTo>
                <a:cubicBezTo>
                  <a:pt x="8801883" y="533931"/>
                  <a:pt x="8741597" y="585808"/>
                  <a:pt x="8749225" y="813637"/>
                </a:cubicBezTo>
                <a:cubicBezTo>
                  <a:pt x="8756853" y="1041466"/>
                  <a:pt x="8724951" y="1199283"/>
                  <a:pt x="8749225" y="1466805"/>
                </a:cubicBezTo>
                <a:cubicBezTo>
                  <a:pt x="8773499" y="1734327"/>
                  <a:pt x="8673209" y="1802528"/>
                  <a:pt x="8749225" y="2119973"/>
                </a:cubicBezTo>
                <a:cubicBezTo>
                  <a:pt x="8825241" y="2437418"/>
                  <a:pt x="8741440" y="2356887"/>
                  <a:pt x="8749225" y="2578955"/>
                </a:cubicBezTo>
                <a:cubicBezTo>
                  <a:pt x="8757010" y="2801023"/>
                  <a:pt x="8723939" y="2870100"/>
                  <a:pt x="8749225" y="3102667"/>
                </a:cubicBezTo>
                <a:cubicBezTo>
                  <a:pt x="8774511" y="3335234"/>
                  <a:pt x="8740083" y="3466367"/>
                  <a:pt x="8749225" y="3691106"/>
                </a:cubicBezTo>
                <a:cubicBezTo>
                  <a:pt x="8758367" y="3915845"/>
                  <a:pt x="8696218" y="4061341"/>
                  <a:pt x="8749225" y="4344274"/>
                </a:cubicBezTo>
                <a:cubicBezTo>
                  <a:pt x="8802232" y="4627207"/>
                  <a:pt x="8733823" y="4636326"/>
                  <a:pt x="8749225" y="4803257"/>
                </a:cubicBezTo>
                <a:cubicBezTo>
                  <a:pt x="8764627" y="4970188"/>
                  <a:pt x="8734343" y="5266279"/>
                  <a:pt x="8749225" y="5521153"/>
                </a:cubicBezTo>
                <a:cubicBezTo>
                  <a:pt x="8764107" y="5776027"/>
                  <a:pt x="8739904" y="5811991"/>
                  <a:pt x="8749225" y="5915408"/>
                </a:cubicBezTo>
                <a:cubicBezTo>
                  <a:pt x="8758546" y="6018826"/>
                  <a:pt x="8743633" y="6149294"/>
                  <a:pt x="8749225" y="6309662"/>
                </a:cubicBezTo>
                <a:cubicBezTo>
                  <a:pt x="8754817" y="6470030"/>
                  <a:pt x="8732442" y="6612736"/>
                  <a:pt x="8749225" y="6827489"/>
                </a:cubicBezTo>
                <a:cubicBezTo>
                  <a:pt x="8745081" y="7026580"/>
                  <a:pt x="8569287" y="7180052"/>
                  <a:pt x="8394571" y="7182143"/>
                </a:cubicBezTo>
                <a:cubicBezTo>
                  <a:pt x="8083078" y="7239129"/>
                  <a:pt x="7871258" y="7147664"/>
                  <a:pt x="7739892" y="7182143"/>
                </a:cubicBezTo>
                <a:cubicBezTo>
                  <a:pt x="7608526" y="7216622"/>
                  <a:pt x="7495886" y="7148446"/>
                  <a:pt x="7406810" y="7182143"/>
                </a:cubicBezTo>
                <a:cubicBezTo>
                  <a:pt x="7317734" y="7215840"/>
                  <a:pt x="7199442" y="7170142"/>
                  <a:pt x="7073727" y="7182143"/>
                </a:cubicBezTo>
                <a:cubicBezTo>
                  <a:pt x="6948012" y="7194144"/>
                  <a:pt x="6857465" y="7179648"/>
                  <a:pt x="6660246" y="7182143"/>
                </a:cubicBezTo>
                <a:cubicBezTo>
                  <a:pt x="6463027" y="7184638"/>
                  <a:pt x="6398349" y="7146164"/>
                  <a:pt x="6327164" y="7182143"/>
                </a:cubicBezTo>
                <a:cubicBezTo>
                  <a:pt x="6255979" y="7218122"/>
                  <a:pt x="6091773" y="7161414"/>
                  <a:pt x="5913682" y="7182143"/>
                </a:cubicBezTo>
                <a:cubicBezTo>
                  <a:pt x="5735591" y="7202872"/>
                  <a:pt x="5585198" y="7181644"/>
                  <a:pt x="5500201" y="7182143"/>
                </a:cubicBezTo>
                <a:cubicBezTo>
                  <a:pt x="5415204" y="7182642"/>
                  <a:pt x="5212955" y="7132110"/>
                  <a:pt x="5006320" y="7182143"/>
                </a:cubicBezTo>
                <a:cubicBezTo>
                  <a:pt x="4799685" y="7232176"/>
                  <a:pt x="4797546" y="7152536"/>
                  <a:pt x="4592839" y="7182143"/>
                </a:cubicBezTo>
                <a:cubicBezTo>
                  <a:pt x="4388132" y="7211750"/>
                  <a:pt x="4305006" y="7147728"/>
                  <a:pt x="4018559" y="7182143"/>
                </a:cubicBezTo>
                <a:cubicBezTo>
                  <a:pt x="3732112" y="7216558"/>
                  <a:pt x="3501161" y="7124870"/>
                  <a:pt x="3363880" y="7182143"/>
                </a:cubicBezTo>
                <a:cubicBezTo>
                  <a:pt x="3226599" y="7239416"/>
                  <a:pt x="3028885" y="7125652"/>
                  <a:pt x="2789600" y="7182143"/>
                </a:cubicBezTo>
                <a:cubicBezTo>
                  <a:pt x="2550315" y="7238634"/>
                  <a:pt x="2555507" y="7152627"/>
                  <a:pt x="2456518" y="7182143"/>
                </a:cubicBezTo>
                <a:cubicBezTo>
                  <a:pt x="2357529" y="7211659"/>
                  <a:pt x="2229973" y="7163605"/>
                  <a:pt x="2043037" y="7182143"/>
                </a:cubicBezTo>
                <a:cubicBezTo>
                  <a:pt x="1856101" y="7200681"/>
                  <a:pt x="1737729" y="7159392"/>
                  <a:pt x="1549156" y="7182143"/>
                </a:cubicBezTo>
                <a:cubicBezTo>
                  <a:pt x="1360583" y="7204894"/>
                  <a:pt x="1059183" y="7126599"/>
                  <a:pt x="894477" y="7182143"/>
                </a:cubicBezTo>
                <a:cubicBezTo>
                  <a:pt x="729771" y="7237687"/>
                  <a:pt x="622206" y="7174669"/>
                  <a:pt x="354654" y="7182143"/>
                </a:cubicBezTo>
                <a:cubicBezTo>
                  <a:pt x="156308" y="7206488"/>
                  <a:pt x="40002" y="7008487"/>
                  <a:pt x="0" y="6827489"/>
                </a:cubicBezTo>
                <a:cubicBezTo>
                  <a:pt x="-36293" y="6482825"/>
                  <a:pt x="80379" y="6280636"/>
                  <a:pt x="0" y="6109593"/>
                </a:cubicBezTo>
                <a:cubicBezTo>
                  <a:pt x="-80379" y="5938550"/>
                  <a:pt x="21245" y="5776587"/>
                  <a:pt x="0" y="5456425"/>
                </a:cubicBezTo>
                <a:cubicBezTo>
                  <a:pt x="-21245" y="5136263"/>
                  <a:pt x="46291" y="5101937"/>
                  <a:pt x="0" y="4867985"/>
                </a:cubicBezTo>
                <a:cubicBezTo>
                  <a:pt x="-46291" y="4634033"/>
                  <a:pt x="49242" y="4505440"/>
                  <a:pt x="0" y="4409002"/>
                </a:cubicBezTo>
                <a:cubicBezTo>
                  <a:pt x="-49242" y="4312564"/>
                  <a:pt x="14782" y="4141214"/>
                  <a:pt x="0" y="4014748"/>
                </a:cubicBezTo>
                <a:cubicBezTo>
                  <a:pt x="-14782" y="3888282"/>
                  <a:pt x="51437" y="3743415"/>
                  <a:pt x="0" y="3555765"/>
                </a:cubicBezTo>
                <a:cubicBezTo>
                  <a:pt x="-51437" y="3368115"/>
                  <a:pt x="31006" y="3268870"/>
                  <a:pt x="0" y="3096782"/>
                </a:cubicBezTo>
                <a:cubicBezTo>
                  <a:pt x="-31006" y="2924694"/>
                  <a:pt x="62076" y="2785902"/>
                  <a:pt x="0" y="2573071"/>
                </a:cubicBezTo>
                <a:cubicBezTo>
                  <a:pt x="-62076" y="2360240"/>
                  <a:pt x="56089" y="2247018"/>
                  <a:pt x="0" y="2049360"/>
                </a:cubicBezTo>
                <a:cubicBezTo>
                  <a:pt x="-56089" y="1851702"/>
                  <a:pt x="11559" y="1542201"/>
                  <a:pt x="0" y="1396192"/>
                </a:cubicBezTo>
                <a:cubicBezTo>
                  <a:pt x="-11559" y="1250183"/>
                  <a:pt x="69139" y="855824"/>
                  <a:pt x="0" y="354654"/>
                </a:cubicBezTo>
                <a:close/>
              </a:path>
            </a:pathLst>
          </a:custGeom>
          <a:solidFill>
            <a:srgbClr val="123E54">
              <a:alpha val="95000"/>
            </a:srgbClr>
          </a:solidFill>
          <a:ln w="50800">
            <a:solidFill>
              <a:srgbClr val="FF423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132523417">
                  <a:prstGeom prst="roundRect">
                    <a:avLst>
                      <a:gd name="adj" fmla="val 4938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marL="571500" lvl="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retrieval + tool-calling orchestration </a:t>
            </a:r>
          </a:p>
          <a:p>
            <a:pPr marL="571500" lvl="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guardrails, scope detection, and moderation </a:t>
            </a:r>
          </a:p>
          <a:p>
            <a:pPr marL="571500" lvl="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data loading and title normalization </a:t>
            </a:r>
          </a:p>
          <a:p>
            <a:pPr marL="571500" lvl="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import refresh behavior </a:t>
            </a:r>
          </a:p>
          <a:p>
            <a:pPr marL="571500" lvl="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language, audio, image, and speech helpers </a:t>
            </a:r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8E70471E-42C5-388C-6F44-325538DF4F1D}"/>
              </a:ext>
            </a:extLst>
          </p:cNvPr>
          <p:cNvSpPr/>
          <p:nvPr/>
        </p:nvSpPr>
        <p:spPr>
          <a:xfrm>
            <a:off x="14491160" y="5159253"/>
            <a:ext cx="9203494" cy="7182143"/>
          </a:xfrm>
          <a:custGeom>
            <a:avLst/>
            <a:gdLst>
              <a:gd name="csX0" fmla="*/ 0 w 9203494"/>
              <a:gd name="csY0" fmla="*/ 239381 h 7182143"/>
              <a:gd name="csX1" fmla="*/ 239381 w 9203494"/>
              <a:gd name="csY1" fmla="*/ 0 h 7182143"/>
              <a:gd name="csX2" fmla="*/ 733782 w 9203494"/>
              <a:gd name="csY2" fmla="*/ 0 h 7182143"/>
              <a:gd name="csX3" fmla="*/ 1489926 w 9203494"/>
              <a:gd name="csY3" fmla="*/ 0 h 7182143"/>
              <a:gd name="csX4" fmla="*/ 2246069 w 9203494"/>
              <a:gd name="csY4" fmla="*/ 0 h 7182143"/>
              <a:gd name="csX5" fmla="*/ 2653224 w 9203494"/>
              <a:gd name="csY5" fmla="*/ 0 h 7182143"/>
              <a:gd name="csX6" fmla="*/ 3322120 w 9203494"/>
              <a:gd name="csY6" fmla="*/ 0 h 7182143"/>
              <a:gd name="csX7" fmla="*/ 3991016 w 9203494"/>
              <a:gd name="csY7" fmla="*/ 0 h 7182143"/>
              <a:gd name="csX8" fmla="*/ 4310923 w 9203494"/>
              <a:gd name="csY8" fmla="*/ 0 h 7182143"/>
              <a:gd name="csX9" fmla="*/ 5067066 w 9203494"/>
              <a:gd name="csY9" fmla="*/ 0 h 7182143"/>
              <a:gd name="csX10" fmla="*/ 5735962 w 9203494"/>
              <a:gd name="csY10" fmla="*/ 0 h 7182143"/>
              <a:gd name="csX11" fmla="*/ 6230364 w 9203494"/>
              <a:gd name="csY11" fmla="*/ 0 h 7182143"/>
              <a:gd name="csX12" fmla="*/ 6812012 w 9203494"/>
              <a:gd name="csY12" fmla="*/ 0 h 7182143"/>
              <a:gd name="csX13" fmla="*/ 7393661 w 9203494"/>
              <a:gd name="csY13" fmla="*/ 0 h 7182143"/>
              <a:gd name="csX14" fmla="*/ 7713568 w 9203494"/>
              <a:gd name="csY14" fmla="*/ 0 h 7182143"/>
              <a:gd name="csX15" fmla="*/ 8295217 w 9203494"/>
              <a:gd name="csY15" fmla="*/ 0 h 7182143"/>
              <a:gd name="csX16" fmla="*/ 8964113 w 9203494"/>
              <a:gd name="csY16" fmla="*/ 0 h 7182143"/>
              <a:gd name="csX17" fmla="*/ 9203494 w 9203494"/>
              <a:gd name="csY17" fmla="*/ 239381 h 7182143"/>
              <a:gd name="csX18" fmla="*/ 9203494 w 9203494"/>
              <a:gd name="csY18" fmla="*/ 932064 h 7182143"/>
              <a:gd name="csX19" fmla="*/ 9203494 w 9203494"/>
              <a:gd name="csY19" fmla="*/ 1557713 h 7182143"/>
              <a:gd name="csX20" fmla="*/ 9203494 w 9203494"/>
              <a:gd name="csY20" fmla="*/ 2116328 h 7182143"/>
              <a:gd name="csX21" fmla="*/ 9203494 w 9203494"/>
              <a:gd name="csY21" fmla="*/ 2473841 h 7182143"/>
              <a:gd name="csX22" fmla="*/ 9203494 w 9203494"/>
              <a:gd name="csY22" fmla="*/ 3099490 h 7182143"/>
              <a:gd name="csX23" fmla="*/ 9203494 w 9203494"/>
              <a:gd name="csY23" fmla="*/ 3591072 h 7182143"/>
              <a:gd name="csX24" fmla="*/ 9203494 w 9203494"/>
              <a:gd name="csY24" fmla="*/ 4216720 h 7182143"/>
              <a:gd name="csX25" fmla="*/ 9203494 w 9203494"/>
              <a:gd name="csY25" fmla="*/ 4574234 h 7182143"/>
              <a:gd name="csX26" fmla="*/ 9203494 w 9203494"/>
              <a:gd name="csY26" fmla="*/ 4998782 h 7182143"/>
              <a:gd name="csX27" fmla="*/ 9203494 w 9203494"/>
              <a:gd name="csY27" fmla="*/ 5624430 h 7182143"/>
              <a:gd name="csX28" fmla="*/ 9203494 w 9203494"/>
              <a:gd name="csY28" fmla="*/ 6183045 h 7182143"/>
              <a:gd name="csX29" fmla="*/ 9203494 w 9203494"/>
              <a:gd name="csY29" fmla="*/ 6942762 h 7182143"/>
              <a:gd name="csX30" fmla="*/ 8964113 w 9203494"/>
              <a:gd name="csY30" fmla="*/ 7182143 h 7182143"/>
              <a:gd name="csX31" fmla="*/ 8295217 w 9203494"/>
              <a:gd name="csY31" fmla="*/ 7182143 h 7182143"/>
              <a:gd name="csX32" fmla="*/ 7626321 w 9203494"/>
              <a:gd name="csY32" fmla="*/ 7182143 h 7182143"/>
              <a:gd name="csX33" fmla="*/ 7306414 w 9203494"/>
              <a:gd name="csY33" fmla="*/ 7182143 h 7182143"/>
              <a:gd name="csX34" fmla="*/ 6986507 w 9203494"/>
              <a:gd name="csY34" fmla="*/ 7182143 h 7182143"/>
              <a:gd name="csX35" fmla="*/ 6317611 w 9203494"/>
              <a:gd name="csY35" fmla="*/ 7182143 h 7182143"/>
              <a:gd name="csX36" fmla="*/ 5735962 w 9203494"/>
              <a:gd name="csY36" fmla="*/ 7182143 h 7182143"/>
              <a:gd name="csX37" fmla="*/ 5067066 w 9203494"/>
              <a:gd name="csY37" fmla="*/ 7182143 h 7182143"/>
              <a:gd name="csX38" fmla="*/ 4572665 w 9203494"/>
              <a:gd name="csY38" fmla="*/ 7182143 h 7182143"/>
              <a:gd name="csX39" fmla="*/ 4252758 w 9203494"/>
              <a:gd name="csY39" fmla="*/ 7182143 h 7182143"/>
              <a:gd name="csX40" fmla="*/ 3845604 w 9203494"/>
              <a:gd name="csY40" fmla="*/ 7182143 h 7182143"/>
              <a:gd name="csX41" fmla="*/ 3525697 w 9203494"/>
              <a:gd name="csY41" fmla="*/ 7182143 h 7182143"/>
              <a:gd name="csX42" fmla="*/ 3031295 w 9203494"/>
              <a:gd name="csY42" fmla="*/ 7182143 h 7182143"/>
              <a:gd name="csX43" fmla="*/ 2362399 w 9203494"/>
              <a:gd name="csY43" fmla="*/ 7182143 h 7182143"/>
              <a:gd name="csX44" fmla="*/ 1693503 w 9203494"/>
              <a:gd name="csY44" fmla="*/ 7182143 h 7182143"/>
              <a:gd name="csX45" fmla="*/ 1024607 w 9203494"/>
              <a:gd name="csY45" fmla="*/ 7182143 h 7182143"/>
              <a:gd name="csX46" fmla="*/ 239381 w 9203494"/>
              <a:gd name="csY46" fmla="*/ 7182143 h 7182143"/>
              <a:gd name="csX47" fmla="*/ 0 w 9203494"/>
              <a:gd name="csY47" fmla="*/ 6942762 h 7182143"/>
              <a:gd name="csX48" fmla="*/ 0 w 9203494"/>
              <a:gd name="csY48" fmla="*/ 6518215 h 7182143"/>
              <a:gd name="csX49" fmla="*/ 0 w 9203494"/>
              <a:gd name="csY49" fmla="*/ 6160701 h 7182143"/>
              <a:gd name="csX50" fmla="*/ 0 w 9203494"/>
              <a:gd name="csY50" fmla="*/ 5602086 h 7182143"/>
              <a:gd name="csX51" fmla="*/ 0 w 9203494"/>
              <a:gd name="csY51" fmla="*/ 5244572 h 7182143"/>
              <a:gd name="csX52" fmla="*/ 0 w 9203494"/>
              <a:gd name="csY52" fmla="*/ 4685957 h 7182143"/>
              <a:gd name="csX53" fmla="*/ 0 w 9203494"/>
              <a:gd name="csY53" fmla="*/ 4261410 h 7182143"/>
              <a:gd name="csX54" fmla="*/ 0 w 9203494"/>
              <a:gd name="csY54" fmla="*/ 3769828 h 7182143"/>
              <a:gd name="csX55" fmla="*/ 0 w 9203494"/>
              <a:gd name="csY55" fmla="*/ 3077146 h 7182143"/>
              <a:gd name="csX56" fmla="*/ 0 w 9203494"/>
              <a:gd name="csY56" fmla="*/ 2518531 h 7182143"/>
              <a:gd name="csX57" fmla="*/ 0 w 9203494"/>
              <a:gd name="csY57" fmla="*/ 1892882 h 7182143"/>
              <a:gd name="csX58" fmla="*/ 0 w 9203494"/>
              <a:gd name="csY58" fmla="*/ 1267233 h 7182143"/>
              <a:gd name="csX59" fmla="*/ 0 w 9203494"/>
              <a:gd name="csY59" fmla="*/ 239381 h 7182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</a:cxnLst>
            <a:rect l="l" t="t" r="r" b="b"/>
            <a:pathLst>
              <a:path w="9203494" h="7182143" fill="none" extrusionOk="0">
                <a:moveTo>
                  <a:pt x="0" y="239381"/>
                </a:moveTo>
                <a:cubicBezTo>
                  <a:pt x="-20130" y="118831"/>
                  <a:pt x="126355" y="-30872"/>
                  <a:pt x="239381" y="0"/>
                </a:cubicBezTo>
                <a:cubicBezTo>
                  <a:pt x="385405" y="-57905"/>
                  <a:pt x="609750" y="37906"/>
                  <a:pt x="733782" y="0"/>
                </a:cubicBezTo>
                <a:cubicBezTo>
                  <a:pt x="857814" y="-37906"/>
                  <a:pt x="1260184" y="33507"/>
                  <a:pt x="1489926" y="0"/>
                </a:cubicBezTo>
                <a:cubicBezTo>
                  <a:pt x="1719668" y="-33507"/>
                  <a:pt x="2071599" y="89538"/>
                  <a:pt x="2246069" y="0"/>
                </a:cubicBezTo>
                <a:cubicBezTo>
                  <a:pt x="2420539" y="-89538"/>
                  <a:pt x="2467612" y="47642"/>
                  <a:pt x="2653224" y="0"/>
                </a:cubicBezTo>
                <a:cubicBezTo>
                  <a:pt x="2838837" y="-47642"/>
                  <a:pt x="3032818" y="14385"/>
                  <a:pt x="3322120" y="0"/>
                </a:cubicBezTo>
                <a:cubicBezTo>
                  <a:pt x="3611422" y="-14385"/>
                  <a:pt x="3855048" y="77608"/>
                  <a:pt x="3991016" y="0"/>
                </a:cubicBezTo>
                <a:cubicBezTo>
                  <a:pt x="4126984" y="-77608"/>
                  <a:pt x="4158692" y="27394"/>
                  <a:pt x="4310923" y="0"/>
                </a:cubicBezTo>
                <a:cubicBezTo>
                  <a:pt x="4463154" y="-27394"/>
                  <a:pt x="4690435" y="69687"/>
                  <a:pt x="5067066" y="0"/>
                </a:cubicBezTo>
                <a:cubicBezTo>
                  <a:pt x="5443697" y="-69687"/>
                  <a:pt x="5482893" y="46975"/>
                  <a:pt x="5735962" y="0"/>
                </a:cubicBezTo>
                <a:cubicBezTo>
                  <a:pt x="5989031" y="-46975"/>
                  <a:pt x="6070370" y="37401"/>
                  <a:pt x="6230364" y="0"/>
                </a:cubicBezTo>
                <a:cubicBezTo>
                  <a:pt x="6390358" y="-37401"/>
                  <a:pt x="6677161" y="62370"/>
                  <a:pt x="6812012" y="0"/>
                </a:cubicBezTo>
                <a:cubicBezTo>
                  <a:pt x="6946863" y="-62370"/>
                  <a:pt x="7233437" y="12190"/>
                  <a:pt x="7393661" y="0"/>
                </a:cubicBezTo>
                <a:cubicBezTo>
                  <a:pt x="7553885" y="-12190"/>
                  <a:pt x="7573585" y="7339"/>
                  <a:pt x="7713568" y="0"/>
                </a:cubicBezTo>
                <a:cubicBezTo>
                  <a:pt x="7853551" y="-7339"/>
                  <a:pt x="8089532" y="5507"/>
                  <a:pt x="8295217" y="0"/>
                </a:cubicBezTo>
                <a:cubicBezTo>
                  <a:pt x="8500902" y="-5507"/>
                  <a:pt x="8677958" y="49153"/>
                  <a:pt x="8964113" y="0"/>
                </a:cubicBezTo>
                <a:cubicBezTo>
                  <a:pt x="9090235" y="-1852"/>
                  <a:pt x="9222232" y="118114"/>
                  <a:pt x="9203494" y="239381"/>
                </a:cubicBezTo>
                <a:cubicBezTo>
                  <a:pt x="9225662" y="581230"/>
                  <a:pt x="9171899" y="639515"/>
                  <a:pt x="9203494" y="932064"/>
                </a:cubicBezTo>
                <a:cubicBezTo>
                  <a:pt x="9235089" y="1224613"/>
                  <a:pt x="9152758" y="1315659"/>
                  <a:pt x="9203494" y="1557713"/>
                </a:cubicBezTo>
                <a:cubicBezTo>
                  <a:pt x="9254230" y="1799767"/>
                  <a:pt x="9137260" y="1952375"/>
                  <a:pt x="9203494" y="2116328"/>
                </a:cubicBezTo>
                <a:cubicBezTo>
                  <a:pt x="9269728" y="2280282"/>
                  <a:pt x="9160779" y="2361729"/>
                  <a:pt x="9203494" y="2473841"/>
                </a:cubicBezTo>
                <a:cubicBezTo>
                  <a:pt x="9246209" y="2585953"/>
                  <a:pt x="9130098" y="2943627"/>
                  <a:pt x="9203494" y="3099490"/>
                </a:cubicBezTo>
                <a:cubicBezTo>
                  <a:pt x="9276890" y="3255353"/>
                  <a:pt x="9173476" y="3471233"/>
                  <a:pt x="9203494" y="3591072"/>
                </a:cubicBezTo>
                <a:cubicBezTo>
                  <a:pt x="9233512" y="3710911"/>
                  <a:pt x="9129133" y="4031551"/>
                  <a:pt x="9203494" y="4216720"/>
                </a:cubicBezTo>
                <a:cubicBezTo>
                  <a:pt x="9277855" y="4401889"/>
                  <a:pt x="9171838" y="4397889"/>
                  <a:pt x="9203494" y="4574234"/>
                </a:cubicBezTo>
                <a:cubicBezTo>
                  <a:pt x="9235150" y="4750579"/>
                  <a:pt x="9187719" y="4856657"/>
                  <a:pt x="9203494" y="4998782"/>
                </a:cubicBezTo>
                <a:cubicBezTo>
                  <a:pt x="9219269" y="5140907"/>
                  <a:pt x="9173972" y="5447723"/>
                  <a:pt x="9203494" y="5624430"/>
                </a:cubicBezTo>
                <a:cubicBezTo>
                  <a:pt x="9233016" y="5801137"/>
                  <a:pt x="9145449" y="5918998"/>
                  <a:pt x="9203494" y="6183045"/>
                </a:cubicBezTo>
                <a:cubicBezTo>
                  <a:pt x="9261539" y="6447093"/>
                  <a:pt x="9154815" y="6698155"/>
                  <a:pt x="9203494" y="6942762"/>
                </a:cubicBezTo>
                <a:cubicBezTo>
                  <a:pt x="9211921" y="7053461"/>
                  <a:pt x="9108426" y="7175572"/>
                  <a:pt x="8964113" y="7182143"/>
                </a:cubicBezTo>
                <a:cubicBezTo>
                  <a:pt x="8767963" y="7249536"/>
                  <a:pt x="8454510" y="7161702"/>
                  <a:pt x="8295217" y="7182143"/>
                </a:cubicBezTo>
                <a:cubicBezTo>
                  <a:pt x="8135924" y="7202584"/>
                  <a:pt x="7897876" y="7123097"/>
                  <a:pt x="7626321" y="7182143"/>
                </a:cubicBezTo>
                <a:cubicBezTo>
                  <a:pt x="7354766" y="7241189"/>
                  <a:pt x="7383284" y="7172886"/>
                  <a:pt x="7306414" y="7182143"/>
                </a:cubicBezTo>
                <a:cubicBezTo>
                  <a:pt x="7229544" y="7191400"/>
                  <a:pt x="7133809" y="7154195"/>
                  <a:pt x="6986507" y="7182143"/>
                </a:cubicBezTo>
                <a:cubicBezTo>
                  <a:pt x="6839205" y="7210091"/>
                  <a:pt x="6524788" y="7143545"/>
                  <a:pt x="6317611" y="7182143"/>
                </a:cubicBezTo>
                <a:cubicBezTo>
                  <a:pt x="6110434" y="7220741"/>
                  <a:pt x="5870182" y="7116233"/>
                  <a:pt x="5735962" y="7182143"/>
                </a:cubicBezTo>
                <a:cubicBezTo>
                  <a:pt x="5601742" y="7248053"/>
                  <a:pt x="5363427" y="7133212"/>
                  <a:pt x="5067066" y="7182143"/>
                </a:cubicBezTo>
                <a:cubicBezTo>
                  <a:pt x="4770705" y="7231074"/>
                  <a:pt x="4707247" y="7128875"/>
                  <a:pt x="4572665" y="7182143"/>
                </a:cubicBezTo>
                <a:cubicBezTo>
                  <a:pt x="4438083" y="7235411"/>
                  <a:pt x="4334389" y="7159664"/>
                  <a:pt x="4252758" y="7182143"/>
                </a:cubicBezTo>
                <a:cubicBezTo>
                  <a:pt x="4171127" y="7204622"/>
                  <a:pt x="4037883" y="7167721"/>
                  <a:pt x="3845604" y="7182143"/>
                </a:cubicBezTo>
                <a:cubicBezTo>
                  <a:pt x="3653325" y="7196565"/>
                  <a:pt x="3593790" y="7154274"/>
                  <a:pt x="3525697" y="7182143"/>
                </a:cubicBezTo>
                <a:cubicBezTo>
                  <a:pt x="3457604" y="7210012"/>
                  <a:pt x="3199117" y="7166643"/>
                  <a:pt x="3031295" y="7182143"/>
                </a:cubicBezTo>
                <a:cubicBezTo>
                  <a:pt x="2863473" y="7197643"/>
                  <a:pt x="2513127" y="7158932"/>
                  <a:pt x="2362399" y="7182143"/>
                </a:cubicBezTo>
                <a:cubicBezTo>
                  <a:pt x="2211671" y="7205354"/>
                  <a:pt x="1859231" y="7153435"/>
                  <a:pt x="1693503" y="7182143"/>
                </a:cubicBezTo>
                <a:cubicBezTo>
                  <a:pt x="1527775" y="7210851"/>
                  <a:pt x="1243955" y="7143976"/>
                  <a:pt x="1024607" y="7182143"/>
                </a:cubicBezTo>
                <a:cubicBezTo>
                  <a:pt x="805259" y="7220310"/>
                  <a:pt x="538009" y="7150964"/>
                  <a:pt x="239381" y="7182143"/>
                </a:cubicBezTo>
                <a:cubicBezTo>
                  <a:pt x="102344" y="7182573"/>
                  <a:pt x="15814" y="7095699"/>
                  <a:pt x="0" y="6942762"/>
                </a:cubicBezTo>
                <a:cubicBezTo>
                  <a:pt x="-41682" y="6809764"/>
                  <a:pt x="8613" y="6644290"/>
                  <a:pt x="0" y="6518215"/>
                </a:cubicBezTo>
                <a:cubicBezTo>
                  <a:pt x="-8613" y="6392140"/>
                  <a:pt x="17167" y="6314916"/>
                  <a:pt x="0" y="6160701"/>
                </a:cubicBezTo>
                <a:cubicBezTo>
                  <a:pt x="-17167" y="6006486"/>
                  <a:pt x="51079" y="5738019"/>
                  <a:pt x="0" y="5602086"/>
                </a:cubicBezTo>
                <a:cubicBezTo>
                  <a:pt x="-51079" y="5466153"/>
                  <a:pt x="11510" y="5334531"/>
                  <a:pt x="0" y="5244572"/>
                </a:cubicBezTo>
                <a:cubicBezTo>
                  <a:pt x="-11510" y="5154613"/>
                  <a:pt x="64780" y="4870097"/>
                  <a:pt x="0" y="4685957"/>
                </a:cubicBezTo>
                <a:cubicBezTo>
                  <a:pt x="-64780" y="4501818"/>
                  <a:pt x="16071" y="4411709"/>
                  <a:pt x="0" y="4261410"/>
                </a:cubicBezTo>
                <a:cubicBezTo>
                  <a:pt x="-16071" y="4111111"/>
                  <a:pt x="49996" y="3980182"/>
                  <a:pt x="0" y="3769828"/>
                </a:cubicBezTo>
                <a:cubicBezTo>
                  <a:pt x="-49996" y="3559474"/>
                  <a:pt x="19372" y="3314981"/>
                  <a:pt x="0" y="3077146"/>
                </a:cubicBezTo>
                <a:cubicBezTo>
                  <a:pt x="-19372" y="2839311"/>
                  <a:pt x="52065" y="2674790"/>
                  <a:pt x="0" y="2518531"/>
                </a:cubicBezTo>
                <a:cubicBezTo>
                  <a:pt x="-52065" y="2362273"/>
                  <a:pt x="20008" y="2116316"/>
                  <a:pt x="0" y="1892882"/>
                </a:cubicBezTo>
                <a:cubicBezTo>
                  <a:pt x="-20008" y="1669448"/>
                  <a:pt x="26653" y="1508908"/>
                  <a:pt x="0" y="1267233"/>
                </a:cubicBezTo>
                <a:cubicBezTo>
                  <a:pt x="-26653" y="1025558"/>
                  <a:pt x="7940" y="709583"/>
                  <a:pt x="0" y="239381"/>
                </a:cubicBezTo>
                <a:close/>
              </a:path>
              <a:path w="9203494" h="7182143" stroke="0" extrusionOk="0">
                <a:moveTo>
                  <a:pt x="0" y="239381"/>
                </a:moveTo>
                <a:cubicBezTo>
                  <a:pt x="5846" y="101498"/>
                  <a:pt x="110608" y="2231"/>
                  <a:pt x="239381" y="0"/>
                </a:cubicBezTo>
                <a:cubicBezTo>
                  <a:pt x="454249" y="-55525"/>
                  <a:pt x="644356" y="23485"/>
                  <a:pt x="821030" y="0"/>
                </a:cubicBezTo>
                <a:cubicBezTo>
                  <a:pt x="997704" y="-23485"/>
                  <a:pt x="1145652" y="37366"/>
                  <a:pt x="1402679" y="0"/>
                </a:cubicBezTo>
                <a:cubicBezTo>
                  <a:pt x="1659706" y="-37366"/>
                  <a:pt x="1976832" y="43237"/>
                  <a:pt x="2158822" y="0"/>
                </a:cubicBezTo>
                <a:cubicBezTo>
                  <a:pt x="2340812" y="-43237"/>
                  <a:pt x="2385949" y="20191"/>
                  <a:pt x="2478729" y="0"/>
                </a:cubicBezTo>
                <a:cubicBezTo>
                  <a:pt x="2571509" y="-20191"/>
                  <a:pt x="2826606" y="46304"/>
                  <a:pt x="2973130" y="0"/>
                </a:cubicBezTo>
                <a:cubicBezTo>
                  <a:pt x="3119654" y="-46304"/>
                  <a:pt x="3206480" y="27108"/>
                  <a:pt x="3293037" y="0"/>
                </a:cubicBezTo>
                <a:cubicBezTo>
                  <a:pt x="3379594" y="-27108"/>
                  <a:pt x="3455494" y="31854"/>
                  <a:pt x="3612944" y="0"/>
                </a:cubicBezTo>
                <a:cubicBezTo>
                  <a:pt x="3770394" y="-31854"/>
                  <a:pt x="3836689" y="26434"/>
                  <a:pt x="3932851" y="0"/>
                </a:cubicBezTo>
                <a:cubicBezTo>
                  <a:pt x="4029013" y="-26434"/>
                  <a:pt x="4377600" y="59700"/>
                  <a:pt x="4688994" y="0"/>
                </a:cubicBezTo>
                <a:cubicBezTo>
                  <a:pt x="5000388" y="-59700"/>
                  <a:pt x="4935615" y="163"/>
                  <a:pt x="5096148" y="0"/>
                </a:cubicBezTo>
                <a:cubicBezTo>
                  <a:pt x="5256681" y="-163"/>
                  <a:pt x="5492646" y="28620"/>
                  <a:pt x="5677797" y="0"/>
                </a:cubicBezTo>
                <a:cubicBezTo>
                  <a:pt x="5862948" y="-28620"/>
                  <a:pt x="5936100" y="12476"/>
                  <a:pt x="6172199" y="0"/>
                </a:cubicBezTo>
                <a:cubicBezTo>
                  <a:pt x="6408298" y="-12476"/>
                  <a:pt x="6393462" y="25588"/>
                  <a:pt x="6492106" y="0"/>
                </a:cubicBezTo>
                <a:cubicBezTo>
                  <a:pt x="6590750" y="-25588"/>
                  <a:pt x="6766214" y="19965"/>
                  <a:pt x="6899260" y="0"/>
                </a:cubicBezTo>
                <a:cubicBezTo>
                  <a:pt x="7032306" y="-19965"/>
                  <a:pt x="7479800" y="27409"/>
                  <a:pt x="7655403" y="0"/>
                </a:cubicBezTo>
                <a:cubicBezTo>
                  <a:pt x="7831006" y="-27409"/>
                  <a:pt x="8067780" y="31239"/>
                  <a:pt x="8237052" y="0"/>
                </a:cubicBezTo>
                <a:cubicBezTo>
                  <a:pt x="8406324" y="-31239"/>
                  <a:pt x="8816358" y="43705"/>
                  <a:pt x="8964113" y="0"/>
                </a:cubicBezTo>
                <a:cubicBezTo>
                  <a:pt x="9088915" y="-4446"/>
                  <a:pt x="9197681" y="106669"/>
                  <a:pt x="9203494" y="239381"/>
                </a:cubicBezTo>
                <a:cubicBezTo>
                  <a:pt x="9228203" y="472913"/>
                  <a:pt x="9181788" y="594935"/>
                  <a:pt x="9203494" y="797996"/>
                </a:cubicBezTo>
                <a:cubicBezTo>
                  <a:pt x="9225200" y="1001058"/>
                  <a:pt x="9163193" y="1132727"/>
                  <a:pt x="9203494" y="1356611"/>
                </a:cubicBezTo>
                <a:cubicBezTo>
                  <a:pt x="9243795" y="1580496"/>
                  <a:pt x="9160996" y="1560986"/>
                  <a:pt x="9203494" y="1714125"/>
                </a:cubicBezTo>
                <a:cubicBezTo>
                  <a:pt x="9245992" y="1867264"/>
                  <a:pt x="9160947" y="1980087"/>
                  <a:pt x="9203494" y="2138672"/>
                </a:cubicBezTo>
                <a:cubicBezTo>
                  <a:pt x="9246041" y="2297257"/>
                  <a:pt x="9193286" y="2346080"/>
                  <a:pt x="9203494" y="2496186"/>
                </a:cubicBezTo>
                <a:cubicBezTo>
                  <a:pt x="9213702" y="2646292"/>
                  <a:pt x="9137443" y="2881043"/>
                  <a:pt x="9203494" y="3188869"/>
                </a:cubicBezTo>
                <a:cubicBezTo>
                  <a:pt x="9269545" y="3496695"/>
                  <a:pt x="9138719" y="3487739"/>
                  <a:pt x="9203494" y="3747484"/>
                </a:cubicBezTo>
                <a:cubicBezTo>
                  <a:pt x="9268269" y="4007230"/>
                  <a:pt x="9202059" y="4018519"/>
                  <a:pt x="9203494" y="4172031"/>
                </a:cubicBezTo>
                <a:cubicBezTo>
                  <a:pt x="9204929" y="4325543"/>
                  <a:pt x="9193668" y="4491262"/>
                  <a:pt x="9203494" y="4596579"/>
                </a:cubicBezTo>
                <a:cubicBezTo>
                  <a:pt x="9213320" y="4701896"/>
                  <a:pt x="9158360" y="4879597"/>
                  <a:pt x="9203494" y="5155194"/>
                </a:cubicBezTo>
                <a:cubicBezTo>
                  <a:pt x="9248628" y="5430791"/>
                  <a:pt x="9182328" y="5483308"/>
                  <a:pt x="9203494" y="5646775"/>
                </a:cubicBezTo>
                <a:cubicBezTo>
                  <a:pt x="9224660" y="5810242"/>
                  <a:pt x="9190315" y="6082867"/>
                  <a:pt x="9203494" y="6205390"/>
                </a:cubicBezTo>
                <a:cubicBezTo>
                  <a:pt x="9216673" y="6327914"/>
                  <a:pt x="9147677" y="6764802"/>
                  <a:pt x="9203494" y="6942762"/>
                </a:cubicBezTo>
                <a:cubicBezTo>
                  <a:pt x="9177284" y="7048715"/>
                  <a:pt x="9112295" y="7154069"/>
                  <a:pt x="8964113" y="7182143"/>
                </a:cubicBezTo>
                <a:cubicBezTo>
                  <a:pt x="8852072" y="7200610"/>
                  <a:pt x="8654427" y="7175653"/>
                  <a:pt x="8469712" y="7182143"/>
                </a:cubicBezTo>
                <a:cubicBezTo>
                  <a:pt x="8284997" y="7188633"/>
                  <a:pt x="7956563" y="7125908"/>
                  <a:pt x="7800815" y="7182143"/>
                </a:cubicBezTo>
                <a:cubicBezTo>
                  <a:pt x="7645067" y="7238378"/>
                  <a:pt x="7480307" y="7181481"/>
                  <a:pt x="7306414" y="7182143"/>
                </a:cubicBezTo>
                <a:cubicBezTo>
                  <a:pt x="7132521" y="7182805"/>
                  <a:pt x="7063431" y="7179472"/>
                  <a:pt x="6899260" y="7182143"/>
                </a:cubicBezTo>
                <a:cubicBezTo>
                  <a:pt x="6735089" y="7184814"/>
                  <a:pt x="6436344" y="7162587"/>
                  <a:pt x="6143116" y="7182143"/>
                </a:cubicBezTo>
                <a:cubicBezTo>
                  <a:pt x="5849888" y="7201699"/>
                  <a:pt x="5830344" y="7127540"/>
                  <a:pt x="5648715" y="7182143"/>
                </a:cubicBezTo>
                <a:cubicBezTo>
                  <a:pt x="5467086" y="7236746"/>
                  <a:pt x="5169277" y="7115596"/>
                  <a:pt x="4979819" y="7182143"/>
                </a:cubicBezTo>
                <a:cubicBezTo>
                  <a:pt x="4790361" y="7248690"/>
                  <a:pt x="4454497" y="7133946"/>
                  <a:pt x="4310923" y="7182143"/>
                </a:cubicBezTo>
                <a:cubicBezTo>
                  <a:pt x="4167349" y="7230340"/>
                  <a:pt x="4149338" y="7161045"/>
                  <a:pt x="3991016" y="7182143"/>
                </a:cubicBezTo>
                <a:cubicBezTo>
                  <a:pt x="3832694" y="7203241"/>
                  <a:pt x="3499334" y="7149374"/>
                  <a:pt x="3322120" y="7182143"/>
                </a:cubicBezTo>
                <a:cubicBezTo>
                  <a:pt x="3144906" y="7214912"/>
                  <a:pt x="2985180" y="7179582"/>
                  <a:pt x="2827718" y="7182143"/>
                </a:cubicBezTo>
                <a:cubicBezTo>
                  <a:pt x="2670256" y="7184704"/>
                  <a:pt x="2488588" y="7126022"/>
                  <a:pt x="2158822" y="7182143"/>
                </a:cubicBezTo>
                <a:cubicBezTo>
                  <a:pt x="1829056" y="7238264"/>
                  <a:pt x="1820607" y="7164358"/>
                  <a:pt x="1577173" y="7182143"/>
                </a:cubicBezTo>
                <a:cubicBezTo>
                  <a:pt x="1333739" y="7199928"/>
                  <a:pt x="1135614" y="7180667"/>
                  <a:pt x="821030" y="7182143"/>
                </a:cubicBezTo>
                <a:cubicBezTo>
                  <a:pt x="506446" y="7183619"/>
                  <a:pt x="430664" y="7112751"/>
                  <a:pt x="239381" y="7182143"/>
                </a:cubicBezTo>
                <a:cubicBezTo>
                  <a:pt x="102071" y="7179311"/>
                  <a:pt x="17130" y="7101989"/>
                  <a:pt x="0" y="6942762"/>
                </a:cubicBezTo>
                <a:cubicBezTo>
                  <a:pt x="-20704" y="6845559"/>
                  <a:pt x="46324" y="6625398"/>
                  <a:pt x="0" y="6518215"/>
                </a:cubicBezTo>
                <a:cubicBezTo>
                  <a:pt x="-46324" y="6411032"/>
                  <a:pt x="29263" y="6115952"/>
                  <a:pt x="0" y="5892566"/>
                </a:cubicBezTo>
                <a:cubicBezTo>
                  <a:pt x="-29263" y="5669180"/>
                  <a:pt x="7401" y="5618481"/>
                  <a:pt x="0" y="5535052"/>
                </a:cubicBezTo>
                <a:cubicBezTo>
                  <a:pt x="-7401" y="5451623"/>
                  <a:pt x="24536" y="5208165"/>
                  <a:pt x="0" y="5110505"/>
                </a:cubicBezTo>
                <a:cubicBezTo>
                  <a:pt x="-24536" y="5012845"/>
                  <a:pt x="3624" y="4716902"/>
                  <a:pt x="0" y="4484856"/>
                </a:cubicBezTo>
                <a:cubicBezTo>
                  <a:pt x="-3624" y="4252810"/>
                  <a:pt x="11228" y="4246226"/>
                  <a:pt x="0" y="4060308"/>
                </a:cubicBezTo>
                <a:cubicBezTo>
                  <a:pt x="-11228" y="3874390"/>
                  <a:pt x="692" y="3807347"/>
                  <a:pt x="0" y="3702795"/>
                </a:cubicBezTo>
                <a:cubicBezTo>
                  <a:pt x="-692" y="3598243"/>
                  <a:pt x="2181" y="3245916"/>
                  <a:pt x="0" y="3077146"/>
                </a:cubicBezTo>
                <a:cubicBezTo>
                  <a:pt x="-2181" y="2908376"/>
                  <a:pt x="32787" y="2654559"/>
                  <a:pt x="0" y="2451497"/>
                </a:cubicBezTo>
                <a:cubicBezTo>
                  <a:pt x="-32787" y="2248435"/>
                  <a:pt x="19926" y="2139370"/>
                  <a:pt x="0" y="1959915"/>
                </a:cubicBezTo>
                <a:cubicBezTo>
                  <a:pt x="-19926" y="1780460"/>
                  <a:pt x="23554" y="1537818"/>
                  <a:pt x="0" y="1334267"/>
                </a:cubicBezTo>
                <a:cubicBezTo>
                  <a:pt x="-23554" y="1130716"/>
                  <a:pt x="39070" y="1120205"/>
                  <a:pt x="0" y="909719"/>
                </a:cubicBezTo>
                <a:cubicBezTo>
                  <a:pt x="-39070" y="699233"/>
                  <a:pt x="75201" y="490795"/>
                  <a:pt x="0" y="239381"/>
                </a:cubicBezTo>
                <a:close/>
              </a:path>
            </a:pathLst>
          </a:custGeom>
          <a:solidFill>
            <a:srgbClr val="123E54">
              <a:alpha val="95000"/>
            </a:srgbClr>
          </a:solidFill>
          <a:ln w="50800">
            <a:solidFill>
              <a:srgbClr val="49B8E8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2847766575">
                  <a:prstGeom prst="roundRect">
                    <a:avLst>
                      <a:gd name="adj" fmla="val 333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marL="57150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recommendation quality depends on catalog quality </a:t>
            </a:r>
          </a:p>
          <a:p>
            <a:pPr marL="57150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imported Google Books metadata may be noisy or inconsistent </a:t>
            </a:r>
          </a:p>
          <a:p>
            <a:pPr marL="571500" indent="-571500" defTabSz="914400" eaLnBrk="0" fontAlgn="base">
              <a:lnSpc>
                <a:spcPct val="100000"/>
              </a:lnSpc>
              <a:spcBef>
                <a:spcPct val="0"/>
              </a:spcBef>
              <a:spcAft>
                <a:spcPts val="30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solidFill>
                  <a:srgbClr val="FF4230"/>
                </a:solidFill>
                <a:latin typeface="Arial" pitchFamily="34" charset="0"/>
                <a:cs typeface="Arial" pitchFamily="34" charset="-120"/>
              </a:rPr>
              <a:t>some image requests may still be blocked by safety policies </a:t>
            </a:r>
          </a:p>
          <a:p>
            <a:pPr defTabSz="914400" eaLnBrk="0" fontAlgn="base">
              <a:lnSpc>
                <a:spcPct val="150000"/>
              </a:lnSpc>
              <a:spcBef>
                <a:spcPts val="1200"/>
              </a:spcBef>
              <a:spcAft>
                <a:spcPts val="3000"/>
              </a:spcAft>
            </a:pPr>
            <a:endParaRPr lang="en-US" altLang="en-US" sz="4000" dirty="0">
              <a:solidFill>
                <a:srgbClr val="FF4230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1834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5">
            <a:extLst>
              <a:ext uri="{FF2B5EF4-FFF2-40B4-BE49-F238E27FC236}">
                <a16:creationId xmlns:a16="http://schemas.microsoft.com/office/drawing/2014/main" id="{A70F8193-92BC-1830-438E-D9D2667D7090}"/>
              </a:ext>
            </a:extLst>
          </p:cNvPr>
          <p:cNvSpPr/>
          <p:nvPr/>
        </p:nvSpPr>
        <p:spPr>
          <a:xfrm>
            <a:off x="17922159" y="4748178"/>
            <a:ext cx="4260435" cy="8602533"/>
          </a:xfrm>
          <a:prstGeom prst="roundRect">
            <a:avLst>
              <a:gd name="adj" fmla="val 3333"/>
            </a:avLst>
          </a:prstGeom>
          <a:solidFill>
            <a:srgbClr val="123E54">
              <a:alpha val="95000"/>
            </a:srgbClr>
          </a:solidFill>
          <a:ln w="12700">
            <a:solidFill>
              <a:srgbClr val="49B8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7E8D304-D0D5-1C01-1E85-27163996C1F0}"/>
              </a:ext>
            </a:extLst>
          </p:cNvPr>
          <p:cNvSpPr/>
          <p:nvPr/>
        </p:nvSpPr>
        <p:spPr>
          <a:xfrm>
            <a:off x="755572" y="4955549"/>
            <a:ext cx="8112054" cy="8414541"/>
          </a:xfrm>
          <a:prstGeom prst="roundRect">
            <a:avLst>
              <a:gd name="adj" fmla="val 4938"/>
            </a:avLst>
          </a:prstGeom>
          <a:solidFill>
            <a:srgbClr val="123E54">
              <a:alpha val="95000"/>
            </a:srgbClr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E5E75-B9A4-21DE-EE94-EC82868DE87C}"/>
              </a:ext>
            </a:extLst>
          </p:cNvPr>
          <p:cNvSpPr txBox="1"/>
          <p:nvPr/>
        </p:nvSpPr>
        <p:spPr>
          <a:xfrm>
            <a:off x="15286076" y="2100707"/>
            <a:ext cx="9218927" cy="27222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4230"/>
                </a:solidFill>
                <a:latin typeface="+mj-lt"/>
                <a:ea typeface="Arial" pitchFamily="34" charset="-122"/>
                <a:cs typeface="Arial" pitchFamily="34" charset="-120"/>
              </a:rPr>
              <a:t>Google Books import &amp; Catalog browsing and search</a:t>
            </a:r>
            <a:endParaRPr lang="en-US" sz="4400" b="1" dirty="0">
              <a:solidFill>
                <a:srgbClr val="FF4230"/>
              </a:solidFill>
              <a:latin typeface="+mj-lt"/>
            </a:endParaRPr>
          </a:p>
          <a:p>
            <a:pPr marL="0" indent="0" algn="ctr">
              <a:buNone/>
            </a:pPr>
            <a:endParaRPr lang="en-US" sz="4400" b="1" dirty="0">
              <a:solidFill>
                <a:srgbClr val="FF4230"/>
              </a:solidFill>
              <a:latin typeface="+mj-lt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41DE1E6E-C108-5151-5EE7-7D1DECEE8828}"/>
              </a:ext>
            </a:extLst>
          </p:cNvPr>
          <p:cNvSpPr/>
          <p:nvPr/>
        </p:nvSpPr>
        <p:spPr>
          <a:xfrm>
            <a:off x="528959" y="4192036"/>
            <a:ext cx="8557327" cy="9316857"/>
          </a:xfrm>
          <a:prstGeom prst="roundRect">
            <a:avLst>
              <a:gd name="adj" fmla="val 4051"/>
            </a:avLst>
          </a:prstGeom>
          <a:solidFill>
            <a:srgbClr val="FFFDFC"/>
          </a:solidFill>
          <a:ln w="12700">
            <a:solidFill>
              <a:srgbClr val="E5DDD0"/>
            </a:solidFill>
            <a:prstDash val="solid"/>
          </a:ln>
          <a:effectLst>
            <a:outerShdw blurRad="2540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A2227F7F-B259-CBFD-3243-0B957F9A9925}"/>
              </a:ext>
            </a:extLst>
          </p:cNvPr>
          <p:cNvSpPr/>
          <p:nvPr/>
        </p:nvSpPr>
        <p:spPr>
          <a:xfrm>
            <a:off x="565536" y="4228613"/>
            <a:ext cx="8520750" cy="658368"/>
          </a:xfrm>
          <a:prstGeom prst="roundRect">
            <a:avLst>
              <a:gd name="adj" fmla="val 38889"/>
            </a:avLst>
          </a:prstGeom>
          <a:solidFill>
            <a:srgbClr val="D8E6E1"/>
          </a:solidFill>
          <a:ln w="1270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C303AACA-2AFF-BEAE-2904-43EFDC1BC934}"/>
              </a:ext>
            </a:extLst>
          </p:cNvPr>
          <p:cNvSpPr/>
          <p:nvPr/>
        </p:nvSpPr>
        <p:spPr>
          <a:xfrm>
            <a:off x="894720" y="4411493"/>
            <a:ext cx="164592" cy="164592"/>
          </a:xfrm>
          <a:prstGeom prst="ellipse">
            <a:avLst/>
          </a:prstGeom>
          <a:solidFill>
            <a:srgbClr val="B87A3D"/>
          </a:solidFill>
          <a:ln w="12700">
            <a:solidFill>
              <a:srgbClr val="B87A3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5BEEC287-DE52-FD1D-4E43-E897D8E6EBE3}"/>
              </a:ext>
            </a:extLst>
          </p:cNvPr>
          <p:cNvSpPr/>
          <p:nvPr/>
        </p:nvSpPr>
        <p:spPr>
          <a:xfrm>
            <a:off x="1223904" y="4411493"/>
            <a:ext cx="164592" cy="164592"/>
          </a:xfrm>
          <a:prstGeom prst="ellipse">
            <a:avLst/>
          </a:prstGeom>
          <a:solidFill>
            <a:srgbClr val="D49A5D"/>
          </a:solidFill>
          <a:ln w="12700">
            <a:solidFill>
              <a:srgbClr val="D49A5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ACC3EF01-02F9-3F8A-264C-976F7632DA43}"/>
              </a:ext>
            </a:extLst>
          </p:cNvPr>
          <p:cNvSpPr/>
          <p:nvPr/>
        </p:nvSpPr>
        <p:spPr>
          <a:xfrm>
            <a:off x="1553088" y="4411493"/>
            <a:ext cx="164592" cy="164592"/>
          </a:xfrm>
          <a:prstGeom prst="ellipse">
            <a:avLst/>
          </a:prstGeom>
          <a:solidFill>
            <a:srgbClr val="2E5E57"/>
          </a:solidFill>
          <a:ln w="12700">
            <a:solidFill>
              <a:srgbClr val="2E5E57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E50E53CB-9D2C-C56D-0075-4F855F607A14}"/>
              </a:ext>
            </a:extLst>
          </p:cNvPr>
          <p:cNvSpPr/>
          <p:nvPr/>
        </p:nvSpPr>
        <p:spPr>
          <a:xfrm>
            <a:off x="3162432" y="7044965"/>
            <a:ext cx="4297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2E5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4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6B927FD-C3BD-C734-6228-17C0785FDB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72"/>
          <a:stretch>
            <a:fillRect/>
          </a:stretch>
        </p:blipFill>
        <p:spPr>
          <a:xfrm>
            <a:off x="755572" y="4923557"/>
            <a:ext cx="8112054" cy="8496205"/>
          </a:xfrm>
          <a:prstGeom prst="roundRect">
            <a:avLst>
              <a:gd name="adj" fmla="val 392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Shape">
            <a:extLst>
              <a:ext uri="{FF2B5EF4-FFF2-40B4-BE49-F238E27FC236}">
                <a16:creationId xmlns:a16="http://schemas.microsoft.com/office/drawing/2014/main" id="{35D8CECC-9BBA-0647-9F90-9DD0EC7662F2}"/>
              </a:ext>
            </a:extLst>
          </p:cNvPr>
          <p:cNvSpPr/>
          <p:nvPr/>
        </p:nvSpPr>
        <p:spPr>
          <a:xfrm>
            <a:off x="10189175" y="5314871"/>
            <a:ext cx="4888964" cy="58446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8" y="17243"/>
                </a:moveTo>
                <a:lnTo>
                  <a:pt x="18056" y="17243"/>
                </a:lnTo>
                <a:lnTo>
                  <a:pt x="16062" y="15888"/>
                </a:lnTo>
                <a:lnTo>
                  <a:pt x="18536" y="15888"/>
                </a:lnTo>
                <a:cubicBezTo>
                  <a:pt x="18720" y="15888"/>
                  <a:pt x="18868" y="15782"/>
                  <a:pt x="18868" y="15649"/>
                </a:cubicBezTo>
                <a:cubicBezTo>
                  <a:pt x="18868" y="15516"/>
                  <a:pt x="18720" y="15410"/>
                  <a:pt x="18536" y="15410"/>
                </a:cubicBezTo>
                <a:lnTo>
                  <a:pt x="11705" y="15410"/>
                </a:lnTo>
                <a:lnTo>
                  <a:pt x="11705" y="0"/>
                </a:lnTo>
                <a:lnTo>
                  <a:pt x="9526" y="0"/>
                </a:lnTo>
                <a:lnTo>
                  <a:pt x="9526" y="15410"/>
                </a:lnTo>
                <a:lnTo>
                  <a:pt x="2326" y="15410"/>
                </a:lnTo>
                <a:cubicBezTo>
                  <a:pt x="2142" y="15410"/>
                  <a:pt x="1994" y="15516"/>
                  <a:pt x="1994" y="15649"/>
                </a:cubicBezTo>
                <a:cubicBezTo>
                  <a:pt x="1994" y="15782"/>
                  <a:pt x="2142" y="15888"/>
                  <a:pt x="2326" y="15888"/>
                </a:cubicBezTo>
                <a:lnTo>
                  <a:pt x="5391" y="15888"/>
                </a:lnTo>
                <a:lnTo>
                  <a:pt x="3397" y="17243"/>
                </a:lnTo>
                <a:lnTo>
                  <a:pt x="185" y="17243"/>
                </a:lnTo>
                <a:cubicBezTo>
                  <a:pt x="74" y="17243"/>
                  <a:pt x="0" y="17296"/>
                  <a:pt x="0" y="17376"/>
                </a:cubicBezTo>
                <a:cubicBezTo>
                  <a:pt x="0" y="17455"/>
                  <a:pt x="74" y="17508"/>
                  <a:pt x="185" y="17508"/>
                </a:cubicBezTo>
                <a:lnTo>
                  <a:pt x="3286" y="17508"/>
                </a:lnTo>
                <a:lnTo>
                  <a:pt x="3286" y="19661"/>
                </a:lnTo>
                <a:cubicBezTo>
                  <a:pt x="3286" y="19740"/>
                  <a:pt x="3360" y="19793"/>
                  <a:pt x="3471" y="19793"/>
                </a:cubicBezTo>
                <a:cubicBezTo>
                  <a:pt x="3582" y="19793"/>
                  <a:pt x="3655" y="19740"/>
                  <a:pt x="3655" y="19661"/>
                </a:cubicBezTo>
                <a:lnTo>
                  <a:pt x="3655" y="17455"/>
                </a:lnTo>
                <a:lnTo>
                  <a:pt x="5908" y="15914"/>
                </a:lnTo>
                <a:lnTo>
                  <a:pt x="7053" y="15914"/>
                </a:lnTo>
                <a:lnTo>
                  <a:pt x="7053" y="19634"/>
                </a:lnTo>
                <a:lnTo>
                  <a:pt x="4616" y="21387"/>
                </a:lnTo>
                <a:cubicBezTo>
                  <a:pt x="4542" y="21441"/>
                  <a:pt x="4542" y="21520"/>
                  <a:pt x="4616" y="21573"/>
                </a:cubicBezTo>
                <a:cubicBezTo>
                  <a:pt x="4652" y="21600"/>
                  <a:pt x="4689" y="21600"/>
                  <a:pt x="4763" y="21600"/>
                </a:cubicBezTo>
                <a:cubicBezTo>
                  <a:pt x="4837" y="21600"/>
                  <a:pt x="4874" y="21600"/>
                  <a:pt x="4911" y="21573"/>
                </a:cubicBezTo>
                <a:lnTo>
                  <a:pt x="7274" y="19873"/>
                </a:lnTo>
                <a:lnTo>
                  <a:pt x="9526" y="21494"/>
                </a:lnTo>
                <a:cubicBezTo>
                  <a:pt x="9563" y="21520"/>
                  <a:pt x="9600" y="21520"/>
                  <a:pt x="9674" y="21520"/>
                </a:cubicBezTo>
                <a:cubicBezTo>
                  <a:pt x="9748" y="21520"/>
                  <a:pt x="9785" y="21520"/>
                  <a:pt x="9822" y="21494"/>
                </a:cubicBezTo>
                <a:cubicBezTo>
                  <a:pt x="9895" y="21441"/>
                  <a:pt x="9895" y="21361"/>
                  <a:pt x="9822" y="21308"/>
                </a:cubicBezTo>
                <a:lnTo>
                  <a:pt x="7495" y="19634"/>
                </a:lnTo>
                <a:lnTo>
                  <a:pt x="7495" y="15914"/>
                </a:lnTo>
                <a:lnTo>
                  <a:pt x="10228" y="15914"/>
                </a:lnTo>
                <a:lnTo>
                  <a:pt x="8049" y="17482"/>
                </a:lnTo>
                <a:cubicBezTo>
                  <a:pt x="7975" y="17535"/>
                  <a:pt x="7975" y="17615"/>
                  <a:pt x="8049" y="17668"/>
                </a:cubicBezTo>
                <a:cubicBezTo>
                  <a:pt x="8086" y="17694"/>
                  <a:pt x="8123" y="17694"/>
                  <a:pt x="8197" y="17694"/>
                </a:cubicBezTo>
                <a:cubicBezTo>
                  <a:pt x="8271" y="17694"/>
                  <a:pt x="8308" y="17694"/>
                  <a:pt x="8345" y="17668"/>
                </a:cubicBezTo>
                <a:lnTo>
                  <a:pt x="10708" y="15968"/>
                </a:lnTo>
                <a:lnTo>
                  <a:pt x="12960" y="17588"/>
                </a:lnTo>
                <a:cubicBezTo>
                  <a:pt x="12997" y="17615"/>
                  <a:pt x="13034" y="17615"/>
                  <a:pt x="13108" y="17615"/>
                </a:cubicBezTo>
                <a:cubicBezTo>
                  <a:pt x="13182" y="17615"/>
                  <a:pt x="13219" y="17615"/>
                  <a:pt x="13255" y="17588"/>
                </a:cubicBezTo>
                <a:cubicBezTo>
                  <a:pt x="13329" y="17535"/>
                  <a:pt x="13329" y="17455"/>
                  <a:pt x="13255" y="17402"/>
                </a:cubicBezTo>
                <a:lnTo>
                  <a:pt x="11188" y="15914"/>
                </a:lnTo>
                <a:lnTo>
                  <a:pt x="14105" y="15914"/>
                </a:lnTo>
                <a:lnTo>
                  <a:pt x="14105" y="19634"/>
                </a:lnTo>
                <a:lnTo>
                  <a:pt x="11778" y="21308"/>
                </a:lnTo>
                <a:cubicBezTo>
                  <a:pt x="11705" y="21361"/>
                  <a:pt x="11705" y="21441"/>
                  <a:pt x="11778" y="21494"/>
                </a:cubicBezTo>
                <a:cubicBezTo>
                  <a:pt x="11815" y="21520"/>
                  <a:pt x="11852" y="21520"/>
                  <a:pt x="11926" y="21520"/>
                </a:cubicBezTo>
                <a:cubicBezTo>
                  <a:pt x="12000" y="21520"/>
                  <a:pt x="12037" y="21520"/>
                  <a:pt x="12074" y="21494"/>
                </a:cubicBezTo>
                <a:lnTo>
                  <a:pt x="14326" y="19873"/>
                </a:lnTo>
                <a:lnTo>
                  <a:pt x="16689" y="21573"/>
                </a:lnTo>
                <a:cubicBezTo>
                  <a:pt x="16726" y="21600"/>
                  <a:pt x="16763" y="21600"/>
                  <a:pt x="16837" y="21600"/>
                </a:cubicBezTo>
                <a:cubicBezTo>
                  <a:pt x="16911" y="21600"/>
                  <a:pt x="16948" y="21600"/>
                  <a:pt x="16985" y="21573"/>
                </a:cubicBezTo>
                <a:cubicBezTo>
                  <a:pt x="17058" y="21520"/>
                  <a:pt x="17058" y="21441"/>
                  <a:pt x="16985" y="21387"/>
                </a:cubicBezTo>
                <a:lnTo>
                  <a:pt x="14547" y="19634"/>
                </a:lnTo>
                <a:lnTo>
                  <a:pt x="14547" y="15914"/>
                </a:lnTo>
                <a:lnTo>
                  <a:pt x="15692" y="15914"/>
                </a:lnTo>
                <a:lnTo>
                  <a:pt x="17945" y="17455"/>
                </a:lnTo>
                <a:lnTo>
                  <a:pt x="17945" y="19661"/>
                </a:lnTo>
                <a:cubicBezTo>
                  <a:pt x="17945" y="19740"/>
                  <a:pt x="18018" y="19793"/>
                  <a:pt x="18129" y="19793"/>
                </a:cubicBezTo>
                <a:cubicBezTo>
                  <a:pt x="18240" y="19793"/>
                  <a:pt x="18314" y="19740"/>
                  <a:pt x="18314" y="19661"/>
                </a:cubicBezTo>
                <a:lnTo>
                  <a:pt x="18314" y="17508"/>
                </a:lnTo>
                <a:lnTo>
                  <a:pt x="21415" y="17508"/>
                </a:lnTo>
                <a:cubicBezTo>
                  <a:pt x="21526" y="17508"/>
                  <a:pt x="21600" y="17455"/>
                  <a:pt x="21600" y="17376"/>
                </a:cubicBezTo>
                <a:cubicBezTo>
                  <a:pt x="21600" y="17296"/>
                  <a:pt x="21379" y="17243"/>
                  <a:pt x="21268" y="17243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76200" tIns="76200" rIns="76200" bIns="762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60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399F02-0EEE-4CE7-9B62-B0F2E6684FB8}"/>
              </a:ext>
            </a:extLst>
          </p:cNvPr>
          <p:cNvGrpSpPr/>
          <p:nvPr/>
        </p:nvGrpSpPr>
        <p:grpSpPr>
          <a:xfrm>
            <a:off x="8197844" y="1841650"/>
            <a:ext cx="5051078" cy="3732892"/>
            <a:chOff x="3913915" y="1328546"/>
            <a:chExt cx="2525539" cy="1866446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F713DE28-0D05-4201-A177-BD6AF06EF7AD}"/>
                </a:ext>
              </a:extLst>
            </p:cNvPr>
            <p:cNvSpPr/>
            <p:nvPr/>
          </p:nvSpPr>
          <p:spPr>
            <a:xfrm>
              <a:off x="3913915" y="1328546"/>
              <a:ext cx="2525539" cy="1866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6" h="19892" extrusionOk="0">
                  <a:moveTo>
                    <a:pt x="9926" y="849"/>
                  </a:moveTo>
                  <a:cubicBezTo>
                    <a:pt x="12893" y="2675"/>
                    <a:pt x="14426" y="6862"/>
                    <a:pt x="13926" y="10914"/>
                  </a:cubicBezTo>
                  <a:cubicBezTo>
                    <a:pt x="13826" y="11760"/>
                    <a:pt x="14126" y="12607"/>
                    <a:pt x="14693" y="12963"/>
                  </a:cubicBezTo>
                  <a:lnTo>
                    <a:pt x="14760" y="13007"/>
                  </a:lnTo>
                  <a:cubicBezTo>
                    <a:pt x="15193" y="13275"/>
                    <a:pt x="15693" y="13275"/>
                    <a:pt x="16126" y="12963"/>
                  </a:cubicBezTo>
                  <a:cubicBezTo>
                    <a:pt x="16893" y="12428"/>
                    <a:pt x="17826" y="12384"/>
                    <a:pt x="18660" y="12963"/>
                  </a:cubicBezTo>
                  <a:cubicBezTo>
                    <a:pt x="19926" y="13854"/>
                    <a:pt x="20493" y="15947"/>
                    <a:pt x="19926" y="17684"/>
                  </a:cubicBezTo>
                  <a:cubicBezTo>
                    <a:pt x="19293" y="19599"/>
                    <a:pt x="17593" y="20445"/>
                    <a:pt x="16193" y="19510"/>
                  </a:cubicBezTo>
                  <a:cubicBezTo>
                    <a:pt x="15360" y="18975"/>
                    <a:pt x="14826" y="17906"/>
                    <a:pt x="14693" y="16793"/>
                  </a:cubicBezTo>
                  <a:cubicBezTo>
                    <a:pt x="14626" y="16170"/>
                    <a:pt x="14326" y="15680"/>
                    <a:pt x="13893" y="15412"/>
                  </a:cubicBezTo>
                  <a:lnTo>
                    <a:pt x="13860" y="15368"/>
                  </a:lnTo>
                  <a:cubicBezTo>
                    <a:pt x="13293" y="14967"/>
                    <a:pt x="12593" y="15190"/>
                    <a:pt x="12160" y="15813"/>
                  </a:cubicBezTo>
                  <a:cubicBezTo>
                    <a:pt x="10093" y="18753"/>
                    <a:pt x="6760" y="19688"/>
                    <a:pt x="3926" y="17817"/>
                  </a:cubicBezTo>
                  <a:cubicBezTo>
                    <a:pt x="293" y="15412"/>
                    <a:pt x="-1107" y="9400"/>
                    <a:pt x="960" y="4679"/>
                  </a:cubicBezTo>
                  <a:cubicBezTo>
                    <a:pt x="2760" y="493"/>
                    <a:pt x="6693" y="-1155"/>
                    <a:pt x="9926" y="84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76200" tIns="76200" rIns="76200" bIns="762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6000"/>
            </a:p>
          </p:txBody>
        </p:sp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C1ED4769-9165-4936-821B-2296730B2E0A}"/>
                </a:ext>
              </a:extLst>
            </p:cNvPr>
            <p:cNvSpPr/>
            <p:nvPr/>
          </p:nvSpPr>
          <p:spPr>
            <a:xfrm>
              <a:off x="5894845" y="2651359"/>
              <a:ext cx="401162" cy="401159"/>
            </a:xfrm>
            <a:prstGeom prst="ellipse">
              <a:avLst/>
            </a:prstGeom>
            <a:solidFill>
              <a:schemeClr val="bg1"/>
            </a:solidFill>
            <a:ln w="12700">
              <a:miter lim="4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76200" tIns="76200" rIns="76200" bIns="762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60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9BE191-1795-43B7-BAB9-B55A5396E679}"/>
              </a:ext>
            </a:extLst>
          </p:cNvPr>
          <p:cNvGrpSpPr/>
          <p:nvPr/>
        </p:nvGrpSpPr>
        <p:grpSpPr>
          <a:xfrm>
            <a:off x="11872812" y="3763854"/>
            <a:ext cx="5051078" cy="3732892"/>
            <a:chOff x="5752545" y="2289648"/>
            <a:chExt cx="2525539" cy="1866446"/>
          </a:xfrm>
          <a:solidFill>
            <a:srgbClr val="FFFFFF"/>
          </a:solidFill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C575F0EC-5A30-4094-8BB4-385941FCDFF0}"/>
                </a:ext>
              </a:extLst>
            </p:cNvPr>
            <p:cNvSpPr/>
            <p:nvPr/>
          </p:nvSpPr>
          <p:spPr>
            <a:xfrm>
              <a:off x="5752545" y="2289648"/>
              <a:ext cx="2525539" cy="1866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6" h="19892" extrusionOk="0">
                  <a:moveTo>
                    <a:pt x="10220" y="849"/>
                  </a:moveTo>
                  <a:cubicBezTo>
                    <a:pt x="7253" y="2675"/>
                    <a:pt x="5720" y="6862"/>
                    <a:pt x="6220" y="10914"/>
                  </a:cubicBezTo>
                  <a:cubicBezTo>
                    <a:pt x="6320" y="11760"/>
                    <a:pt x="6020" y="12607"/>
                    <a:pt x="5453" y="12963"/>
                  </a:cubicBezTo>
                  <a:lnTo>
                    <a:pt x="5386" y="13007"/>
                  </a:lnTo>
                  <a:cubicBezTo>
                    <a:pt x="4953" y="13275"/>
                    <a:pt x="4453" y="13275"/>
                    <a:pt x="4020" y="12963"/>
                  </a:cubicBezTo>
                  <a:cubicBezTo>
                    <a:pt x="3253" y="12428"/>
                    <a:pt x="2320" y="12384"/>
                    <a:pt x="1486" y="12963"/>
                  </a:cubicBezTo>
                  <a:cubicBezTo>
                    <a:pt x="220" y="13854"/>
                    <a:pt x="-347" y="15947"/>
                    <a:pt x="220" y="17684"/>
                  </a:cubicBezTo>
                  <a:cubicBezTo>
                    <a:pt x="853" y="19599"/>
                    <a:pt x="2553" y="20445"/>
                    <a:pt x="3953" y="19510"/>
                  </a:cubicBezTo>
                  <a:cubicBezTo>
                    <a:pt x="4786" y="18975"/>
                    <a:pt x="5320" y="17906"/>
                    <a:pt x="5453" y="16793"/>
                  </a:cubicBezTo>
                  <a:cubicBezTo>
                    <a:pt x="5520" y="16170"/>
                    <a:pt x="5820" y="15680"/>
                    <a:pt x="6253" y="15412"/>
                  </a:cubicBezTo>
                  <a:lnTo>
                    <a:pt x="6286" y="15368"/>
                  </a:lnTo>
                  <a:cubicBezTo>
                    <a:pt x="6853" y="14967"/>
                    <a:pt x="7553" y="15190"/>
                    <a:pt x="7986" y="15813"/>
                  </a:cubicBezTo>
                  <a:cubicBezTo>
                    <a:pt x="10053" y="18753"/>
                    <a:pt x="13386" y="19688"/>
                    <a:pt x="16220" y="17817"/>
                  </a:cubicBezTo>
                  <a:cubicBezTo>
                    <a:pt x="19853" y="15412"/>
                    <a:pt x="21253" y="9400"/>
                    <a:pt x="19186" y="4679"/>
                  </a:cubicBezTo>
                  <a:cubicBezTo>
                    <a:pt x="17420" y="493"/>
                    <a:pt x="13486" y="-1155"/>
                    <a:pt x="10220" y="849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76200" tIns="76200" rIns="76200" bIns="762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6000"/>
            </a:p>
          </p:txBody>
        </p:sp>
        <p:sp>
          <p:nvSpPr>
            <p:cNvPr id="19" name="Circle">
              <a:extLst>
                <a:ext uri="{FF2B5EF4-FFF2-40B4-BE49-F238E27FC236}">
                  <a16:creationId xmlns:a16="http://schemas.microsoft.com/office/drawing/2014/main" id="{79D2F628-332F-4420-AA01-7FF6E6F0AC98}"/>
                </a:ext>
              </a:extLst>
            </p:cNvPr>
            <p:cNvSpPr/>
            <p:nvPr/>
          </p:nvSpPr>
          <p:spPr>
            <a:xfrm>
              <a:off x="5895991" y="3611490"/>
              <a:ext cx="401162" cy="401159"/>
            </a:xfrm>
            <a:prstGeom prst="ellipse">
              <a:avLst/>
            </a:prstGeom>
            <a:grpFill/>
            <a:ln w="12700">
              <a:miter lim="4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76200" tIns="76200" rIns="76200" bIns="762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6000" dirty="0"/>
            </a:p>
          </p:txBody>
        </p:sp>
      </p:grpSp>
      <p:sp>
        <p:nvSpPr>
          <p:cNvPr id="41" name="Shape 4">
            <a:extLst>
              <a:ext uri="{FF2B5EF4-FFF2-40B4-BE49-F238E27FC236}">
                <a16:creationId xmlns:a16="http://schemas.microsoft.com/office/drawing/2014/main" id="{0EF03C4A-BB37-C643-46AB-366574E42AE7}"/>
              </a:ext>
            </a:extLst>
          </p:cNvPr>
          <p:cNvSpPr/>
          <p:nvPr/>
        </p:nvSpPr>
        <p:spPr>
          <a:xfrm>
            <a:off x="17755306" y="4016657"/>
            <a:ext cx="4569351" cy="9461259"/>
          </a:xfrm>
          <a:prstGeom prst="roundRect">
            <a:avLst>
              <a:gd name="adj" fmla="val 4051"/>
            </a:avLst>
          </a:prstGeom>
          <a:solidFill>
            <a:srgbClr val="FFFDFC"/>
          </a:solidFill>
          <a:ln w="12700">
            <a:solidFill>
              <a:srgbClr val="E5DDD0"/>
            </a:solidFill>
            <a:prstDash val="solid"/>
          </a:ln>
          <a:effectLst>
            <a:outerShdw blurRad="2540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2808F34A-C296-10EC-37B1-DAF08250DEC6}"/>
              </a:ext>
            </a:extLst>
          </p:cNvPr>
          <p:cNvSpPr/>
          <p:nvPr/>
        </p:nvSpPr>
        <p:spPr>
          <a:xfrm>
            <a:off x="17791883" y="4053234"/>
            <a:ext cx="4532774" cy="658368"/>
          </a:xfrm>
          <a:prstGeom prst="roundRect">
            <a:avLst>
              <a:gd name="adj" fmla="val 38889"/>
            </a:avLst>
          </a:prstGeom>
          <a:solidFill>
            <a:srgbClr val="D8E6E1"/>
          </a:solidFill>
          <a:ln w="1270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DC116C06-10C4-47C6-D668-C7152EB2659C}"/>
              </a:ext>
            </a:extLst>
          </p:cNvPr>
          <p:cNvSpPr/>
          <p:nvPr/>
        </p:nvSpPr>
        <p:spPr>
          <a:xfrm>
            <a:off x="18044867" y="4266993"/>
            <a:ext cx="142063" cy="152400"/>
          </a:xfrm>
          <a:prstGeom prst="ellipse">
            <a:avLst/>
          </a:prstGeom>
          <a:solidFill>
            <a:srgbClr val="B87A3D"/>
          </a:solidFill>
          <a:ln w="12700">
            <a:solidFill>
              <a:srgbClr val="B87A3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8F8966E4-D9EA-A02C-6F8D-CB4CAD163F9F}"/>
              </a:ext>
            </a:extLst>
          </p:cNvPr>
          <p:cNvSpPr/>
          <p:nvPr/>
        </p:nvSpPr>
        <p:spPr>
          <a:xfrm>
            <a:off x="18374051" y="4266993"/>
            <a:ext cx="142063" cy="152400"/>
          </a:xfrm>
          <a:prstGeom prst="ellipse">
            <a:avLst/>
          </a:prstGeom>
          <a:solidFill>
            <a:srgbClr val="D49A5D"/>
          </a:solidFill>
          <a:ln w="12700">
            <a:solidFill>
              <a:srgbClr val="D49A5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62AC78C8-E982-0CA7-0527-C2F0D80611AC}"/>
              </a:ext>
            </a:extLst>
          </p:cNvPr>
          <p:cNvSpPr/>
          <p:nvPr/>
        </p:nvSpPr>
        <p:spPr>
          <a:xfrm>
            <a:off x="18703235" y="4266993"/>
            <a:ext cx="142063" cy="152400"/>
          </a:xfrm>
          <a:prstGeom prst="ellipse">
            <a:avLst/>
          </a:prstGeom>
          <a:solidFill>
            <a:srgbClr val="2E5E57"/>
          </a:solidFill>
          <a:ln w="12700">
            <a:solidFill>
              <a:srgbClr val="2E5E57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6125AAF-7768-FDD6-581A-700EE0D28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425"/>
          <a:stretch>
            <a:fillRect/>
          </a:stretch>
        </p:blipFill>
        <p:spPr>
          <a:xfrm>
            <a:off x="17910887" y="4711602"/>
            <a:ext cx="4271707" cy="8658489"/>
          </a:xfrm>
          <a:prstGeom prst="roundRect">
            <a:avLst>
              <a:gd name="adj" fmla="val 456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5BE277B-282B-1D0C-E94D-73F4F76AD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6381" y="4557797"/>
            <a:ext cx="2062811" cy="206281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F800AF3-E98F-CAFC-36CD-8CD66C37C9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90" y="2626675"/>
            <a:ext cx="1894253" cy="189425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1205893-F555-3121-F191-46B7A9680F5F}"/>
              </a:ext>
            </a:extLst>
          </p:cNvPr>
          <p:cNvSpPr txBox="1"/>
          <p:nvPr/>
        </p:nvSpPr>
        <p:spPr>
          <a:xfrm>
            <a:off x="755572" y="431617"/>
            <a:ext cx="4202120" cy="1129796"/>
          </a:xfrm>
          <a:custGeom>
            <a:avLst/>
            <a:gdLst>
              <a:gd name="csX0" fmla="*/ 0 w 4202120"/>
              <a:gd name="csY0" fmla="*/ 0 h 1129796"/>
              <a:gd name="csX1" fmla="*/ 525265 w 4202120"/>
              <a:gd name="csY1" fmla="*/ 0 h 1129796"/>
              <a:gd name="csX2" fmla="*/ 1050530 w 4202120"/>
              <a:gd name="csY2" fmla="*/ 0 h 1129796"/>
              <a:gd name="csX3" fmla="*/ 1575795 w 4202120"/>
              <a:gd name="csY3" fmla="*/ 0 h 1129796"/>
              <a:gd name="csX4" fmla="*/ 2017018 w 4202120"/>
              <a:gd name="csY4" fmla="*/ 0 h 1129796"/>
              <a:gd name="csX5" fmla="*/ 2458240 w 4202120"/>
              <a:gd name="csY5" fmla="*/ 0 h 1129796"/>
              <a:gd name="csX6" fmla="*/ 3025526 w 4202120"/>
              <a:gd name="csY6" fmla="*/ 0 h 1129796"/>
              <a:gd name="csX7" fmla="*/ 3508770 w 4202120"/>
              <a:gd name="csY7" fmla="*/ 0 h 1129796"/>
              <a:gd name="csX8" fmla="*/ 4202120 w 4202120"/>
              <a:gd name="csY8" fmla="*/ 0 h 1129796"/>
              <a:gd name="csX9" fmla="*/ 4202120 w 4202120"/>
              <a:gd name="csY9" fmla="*/ 587494 h 1129796"/>
              <a:gd name="csX10" fmla="*/ 4202120 w 4202120"/>
              <a:gd name="csY10" fmla="*/ 1129796 h 1129796"/>
              <a:gd name="csX11" fmla="*/ 3760897 w 4202120"/>
              <a:gd name="csY11" fmla="*/ 1129796 h 1129796"/>
              <a:gd name="csX12" fmla="*/ 3151590 w 4202120"/>
              <a:gd name="csY12" fmla="*/ 1129796 h 1129796"/>
              <a:gd name="csX13" fmla="*/ 2626325 w 4202120"/>
              <a:gd name="csY13" fmla="*/ 1129796 h 1129796"/>
              <a:gd name="csX14" fmla="*/ 2143081 w 4202120"/>
              <a:gd name="csY14" fmla="*/ 1129796 h 1129796"/>
              <a:gd name="csX15" fmla="*/ 1701859 w 4202120"/>
              <a:gd name="csY15" fmla="*/ 1129796 h 1129796"/>
              <a:gd name="csX16" fmla="*/ 1302657 w 4202120"/>
              <a:gd name="csY16" fmla="*/ 1129796 h 1129796"/>
              <a:gd name="csX17" fmla="*/ 735371 w 4202120"/>
              <a:gd name="csY17" fmla="*/ 1129796 h 1129796"/>
              <a:gd name="csX18" fmla="*/ 0 w 4202120"/>
              <a:gd name="csY18" fmla="*/ 1129796 h 1129796"/>
              <a:gd name="csX19" fmla="*/ 0 w 4202120"/>
              <a:gd name="csY19" fmla="*/ 576196 h 1129796"/>
              <a:gd name="csX20" fmla="*/ 0 w 4202120"/>
              <a:gd name="csY20" fmla="*/ 0 h 112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202120" h="1129796" extrusionOk="0">
                <a:moveTo>
                  <a:pt x="0" y="0"/>
                </a:moveTo>
                <a:cubicBezTo>
                  <a:pt x="133333" y="-39801"/>
                  <a:pt x="266857" y="45887"/>
                  <a:pt x="525265" y="0"/>
                </a:cubicBezTo>
                <a:cubicBezTo>
                  <a:pt x="783673" y="-45887"/>
                  <a:pt x="907674" y="3780"/>
                  <a:pt x="1050530" y="0"/>
                </a:cubicBezTo>
                <a:cubicBezTo>
                  <a:pt x="1193387" y="-3780"/>
                  <a:pt x="1389351" y="16456"/>
                  <a:pt x="1575795" y="0"/>
                </a:cubicBezTo>
                <a:cubicBezTo>
                  <a:pt x="1762240" y="-16456"/>
                  <a:pt x="1897946" y="33462"/>
                  <a:pt x="2017018" y="0"/>
                </a:cubicBezTo>
                <a:cubicBezTo>
                  <a:pt x="2136090" y="-33462"/>
                  <a:pt x="2305065" y="5750"/>
                  <a:pt x="2458240" y="0"/>
                </a:cubicBezTo>
                <a:cubicBezTo>
                  <a:pt x="2611415" y="-5750"/>
                  <a:pt x="2901956" y="46396"/>
                  <a:pt x="3025526" y="0"/>
                </a:cubicBezTo>
                <a:cubicBezTo>
                  <a:pt x="3149096" y="-46396"/>
                  <a:pt x="3363605" y="45339"/>
                  <a:pt x="3508770" y="0"/>
                </a:cubicBezTo>
                <a:cubicBezTo>
                  <a:pt x="3653935" y="-45339"/>
                  <a:pt x="3869990" y="66387"/>
                  <a:pt x="4202120" y="0"/>
                </a:cubicBezTo>
                <a:cubicBezTo>
                  <a:pt x="4233860" y="242610"/>
                  <a:pt x="4174274" y="452847"/>
                  <a:pt x="4202120" y="587494"/>
                </a:cubicBezTo>
                <a:cubicBezTo>
                  <a:pt x="4229966" y="722141"/>
                  <a:pt x="4191482" y="985537"/>
                  <a:pt x="4202120" y="1129796"/>
                </a:cubicBezTo>
                <a:cubicBezTo>
                  <a:pt x="4062079" y="1164492"/>
                  <a:pt x="3884858" y="1111245"/>
                  <a:pt x="3760897" y="1129796"/>
                </a:cubicBezTo>
                <a:cubicBezTo>
                  <a:pt x="3636936" y="1148347"/>
                  <a:pt x="3379651" y="1070191"/>
                  <a:pt x="3151590" y="1129796"/>
                </a:cubicBezTo>
                <a:cubicBezTo>
                  <a:pt x="2923529" y="1189401"/>
                  <a:pt x="2869321" y="1098071"/>
                  <a:pt x="2626325" y="1129796"/>
                </a:cubicBezTo>
                <a:cubicBezTo>
                  <a:pt x="2383330" y="1161521"/>
                  <a:pt x="2248641" y="1121553"/>
                  <a:pt x="2143081" y="1129796"/>
                </a:cubicBezTo>
                <a:cubicBezTo>
                  <a:pt x="2037521" y="1138039"/>
                  <a:pt x="1805430" y="1103700"/>
                  <a:pt x="1701859" y="1129796"/>
                </a:cubicBezTo>
                <a:cubicBezTo>
                  <a:pt x="1598288" y="1155892"/>
                  <a:pt x="1475739" y="1121307"/>
                  <a:pt x="1302657" y="1129796"/>
                </a:cubicBezTo>
                <a:cubicBezTo>
                  <a:pt x="1129575" y="1138285"/>
                  <a:pt x="937873" y="1070624"/>
                  <a:pt x="735371" y="1129796"/>
                </a:cubicBezTo>
                <a:cubicBezTo>
                  <a:pt x="532869" y="1188968"/>
                  <a:pt x="199956" y="1123492"/>
                  <a:pt x="0" y="1129796"/>
                </a:cubicBezTo>
                <a:cubicBezTo>
                  <a:pt x="-54957" y="898995"/>
                  <a:pt x="9487" y="776832"/>
                  <a:pt x="0" y="576196"/>
                </a:cubicBezTo>
                <a:cubicBezTo>
                  <a:pt x="-9487" y="375560"/>
                  <a:pt x="62913" y="204366"/>
                  <a:pt x="0" y="0"/>
                </a:cubicBezTo>
                <a:close/>
              </a:path>
            </a:pathLst>
          </a:custGeom>
          <a:noFill/>
          <a:ln w="41275" cap="flat">
            <a:solidFill>
              <a:schemeClr val="bg2"/>
            </a:solidFill>
            <a:miter lim="400000"/>
            <a:extLst>
              <a:ext uri="{C807C97D-BFC1-408E-A445-0C87EB9F89A2}">
                <ask:lineSketchStyleProps xmlns:ask="http://schemas.microsoft.com/office/drawing/2018/sketchyshapes" sd="123292262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FF4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6000" dirty="0">
              <a:solidFill>
                <a:srgbClr val="FF423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2F55F4-DB64-73AD-53A0-CD52BFBD85A2}"/>
              </a:ext>
            </a:extLst>
          </p:cNvPr>
          <p:cNvSpPr txBox="1"/>
          <p:nvPr/>
        </p:nvSpPr>
        <p:spPr>
          <a:xfrm>
            <a:off x="886577" y="2844260"/>
            <a:ext cx="6957227" cy="9048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2"/>
                </a:solidFill>
                <a:latin typeface="+mj-lt"/>
                <a:ea typeface="Arial" pitchFamily="34" charset="-122"/>
                <a:cs typeface="Arial" pitchFamily="34" charset="-120"/>
              </a:rPr>
              <a:t>Recommendation Flow</a:t>
            </a:r>
            <a:endParaRPr lang="en-US" sz="4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613792-9D09-4C1B-86E7-77BE9D0C1E40}"/>
              </a:ext>
            </a:extLst>
          </p:cNvPr>
          <p:cNvSpPr txBox="1"/>
          <p:nvPr/>
        </p:nvSpPr>
        <p:spPr>
          <a:xfrm>
            <a:off x="0" y="12831146"/>
            <a:ext cx="2415871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254982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ircle">
            <a:extLst>
              <a:ext uri="{FF2B5EF4-FFF2-40B4-BE49-F238E27FC236}">
                <a16:creationId xmlns:a16="http://schemas.microsoft.com/office/drawing/2014/main" id="{90FA211B-2DEF-523C-4D2B-1973D1C6BD33}"/>
              </a:ext>
            </a:extLst>
          </p:cNvPr>
          <p:cNvSpPr/>
          <p:nvPr/>
        </p:nvSpPr>
        <p:spPr>
          <a:xfrm>
            <a:off x="10680036" y="5356637"/>
            <a:ext cx="3127042" cy="3127042"/>
          </a:xfrm>
          <a:prstGeom prst="ellipse">
            <a:avLst/>
          </a:prstGeom>
          <a:solidFill>
            <a:srgbClr val="FF5640">
              <a:alpha val="32000"/>
            </a:srgbClr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6000">
              <a:solidFill>
                <a:schemeClr val="bg2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D09B3498-1782-3D08-BCA5-EF71DFA311D0}"/>
              </a:ext>
            </a:extLst>
          </p:cNvPr>
          <p:cNvSpPr/>
          <p:nvPr/>
        </p:nvSpPr>
        <p:spPr>
          <a:xfrm>
            <a:off x="4896316" y="4044448"/>
            <a:ext cx="9804622" cy="3375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12561" y="12589"/>
                </a:moveTo>
                <a:cubicBezTo>
                  <a:pt x="12912" y="10742"/>
                  <a:pt x="13428" y="9198"/>
                  <a:pt x="14050" y="8106"/>
                </a:cubicBezTo>
                <a:cubicBezTo>
                  <a:pt x="14690" y="6989"/>
                  <a:pt x="15424" y="6401"/>
                  <a:pt x="16175" y="6401"/>
                </a:cubicBezTo>
                <a:cubicBezTo>
                  <a:pt x="16906" y="6401"/>
                  <a:pt x="17613" y="6957"/>
                  <a:pt x="18235" y="7997"/>
                </a:cubicBezTo>
                <a:cubicBezTo>
                  <a:pt x="18026" y="8294"/>
                  <a:pt x="17880" y="8901"/>
                  <a:pt x="17864" y="9605"/>
                </a:cubicBezTo>
                <a:cubicBezTo>
                  <a:pt x="17853" y="10083"/>
                  <a:pt x="17904" y="10542"/>
                  <a:pt x="18000" y="10903"/>
                </a:cubicBezTo>
                <a:cubicBezTo>
                  <a:pt x="18077" y="11200"/>
                  <a:pt x="18186" y="11433"/>
                  <a:pt x="18315" y="11562"/>
                </a:cubicBezTo>
                <a:lnTo>
                  <a:pt x="20715" y="13900"/>
                </a:lnTo>
                <a:cubicBezTo>
                  <a:pt x="20924" y="14101"/>
                  <a:pt x="21155" y="13991"/>
                  <a:pt x="21329" y="13603"/>
                </a:cubicBezTo>
                <a:cubicBezTo>
                  <a:pt x="21504" y="13216"/>
                  <a:pt x="21600" y="12596"/>
                  <a:pt x="21587" y="11956"/>
                </a:cubicBezTo>
                <a:lnTo>
                  <a:pt x="21436" y="4612"/>
                </a:lnTo>
                <a:cubicBezTo>
                  <a:pt x="21418" y="3740"/>
                  <a:pt x="21200" y="3010"/>
                  <a:pt x="20904" y="2836"/>
                </a:cubicBezTo>
                <a:cubicBezTo>
                  <a:pt x="20609" y="2661"/>
                  <a:pt x="20311" y="3088"/>
                  <a:pt x="20178" y="3876"/>
                </a:cubicBezTo>
                <a:lnTo>
                  <a:pt x="20144" y="4069"/>
                </a:lnTo>
                <a:cubicBezTo>
                  <a:pt x="19022" y="1434"/>
                  <a:pt x="17626" y="0"/>
                  <a:pt x="16173" y="0"/>
                </a:cubicBezTo>
                <a:cubicBezTo>
                  <a:pt x="15022" y="0"/>
                  <a:pt x="13895" y="911"/>
                  <a:pt x="12912" y="2622"/>
                </a:cubicBezTo>
                <a:cubicBezTo>
                  <a:pt x="11959" y="4289"/>
                  <a:pt x="11172" y="6660"/>
                  <a:pt x="10632" y="9489"/>
                </a:cubicBezTo>
                <a:cubicBezTo>
                  <a:pt x="9961" y="13009"/>
                  <a:pt x="8685" y="15199"/>
                  <a:pt x="7303" y="15199"/>
                </a:cubicBezTo>
                <a:lnTo>
                  <a:pt x="0" y="15199"/>
                </a:lnTo>
                <a:lnTo>
                  <a:pt x="0" y="21600"/>
                </a:lnTo>
                <a:lnTo>
                  <a:pt x="7303" y="21600"/>
                </a:lnTo>
                <a:cubicBezTo>
                  <a:pt x="9488" y="21600"/>
                  <a:pt x="11501" y="18144"/>
                  <a:pt x="12561" y="12589"/>
                </a:cubicBez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6000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74B127A8-CEE8-14A0-4473-552DE349DE90}"/>
              </a:ext>
            </a:extLst>
          </p:cNvPr>
          <p:cNvSpPr/>
          <p:nvPr/>
        </p:nvSpPr>
        <p:spPr>
          <a:xfrm>
            <a:off x="9791786" y="6416480"/>
            <a:ext cx="9804458" cy="3375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0" h="21600" extrusionOk="0">
                <a:moveTo>
                  <a:pt x="9030" y="9011"/>
                </a:moveTo>
                <a:cubicBezTo>
                  <a:pt x="8678" y="10858"/>
                  <a:pt x="8163" y="12402"/>
                  <a:pt x="7540" y="13494"/>
                </a:cubicBezTo>
                <a:cubicBezTo>
                  <a:pt x="6900" y="14611"/>
                  <a:pt x="6167" y="15199"/>
                  <a:pt x="5416" y="15199"/>
                </a:cubicBezTo>
                <a:cubicBezTo>
                  <a:pt x="4684" y="15199"/>
                  <a:pt x="3977" y="14643"/>
                  <a:pt x="3355" y="13603"/>
                </a:cubicBezTo>
                <a:cubicBezTo>
                  <a:pt x="3564" y="13306"/>
                  <a:pt x="3711" y="12699"/>
                  <a:pt x="3726" y="11995"/>
                </a:cubicBezTo>
                <a:cubicBezTo>
                  <a:pt x="3737" y="11517"/>
                  <a:pt x="3686" y="11058"/>
                  <a:pt x="3591" y="10697"/>
                </a:cubicBezTo>
                <a:cubicBezTo>
                  <a:pt x="3513" y="10400"/>
                  <a:pt x="3404" y="10167"/>
                  <a:pt x="3275" y="10038"/>
                </a:cubicBezTo>
                <a:lnTo>
                  <a:pt x="875" y="7700"/>
                </a:lnTo>
                <a:cubicBezTo>
                  <a:pt x="666" y="7499"/>
                  <a:pt x="435" y="7609"/>
                  <a:pt x="261" y="7997"/>
                </a:cubicBezTo>
                <a:cubicBezTo>
                  <a:pt x="86" y="8384"/>
                  <a:pt x="-10" y="9004"/>
                  <a:pt x="1" y="9644"/>
                </a:cubicBezTo>
                <a:lnTo>
                  <a:pt x="152" y="16988"/>
                </a:lnTo>
                <a:cubicBezTo>
                  <a:pt x="170" y="17860"/>
                  <a:pt x="388" y="18590"/>
                  <a:pt x="683" y="18764"/>
                </a:cubicBezTo>
                <a:cubicBezTo>
                  <a:pt x="979" y="18939"/>
                  <a:pt x="1277" y="18512"/>
                  <a:pt x="1410" y="17724"/>
                </a:cubicBezTo>
                <a:lnTo>
                  <a:pt x="1444" y="17531"/>
                </a:lnTo>
                <a:cubicBezTo>
                  <a:pt x="2566" y="20166"/>
                  <a:pt x="3962" y="21600"/>
                  <a:pt x="5416" y="21600"/>
                </a:cubicBezTo>
                <a:cubicBezTo>
                  <a:pt x="6567" y="21600"/>
                  <a:pt x="7694" y="20689"/>
                  <a:pt x="8676" y="18978"/>
                </a:cubicBezTo>
                <a:cubicBezTo>
                  <a:pt x="9630" y="17311"/>
                  <a:pt x="10417" y="14940"/>
                  <a:pt x="10957" y="12111"/>
                </a:cubicBezTo>
                <a:cubicBezTo>
                  <a:pt x="11628" y="8591"/>
                  <a:pt x="12904" y="6401"/>
                  <a:pt x="14286" y="6401"/>
                </a:cubicBezTo>
                <a:lnTo>
                  <a:pt x="21590" y="6401"/>
                </a:lnTo>
                <a:lnTo>
                  <a:pt x="21590" y="0"/>
                </a:lnTo>
                <a:lnTo>
                  <a:pt x="14286" y="0"/>
                </a:lnTo>
                <a:cubicBezTo>
                  <a:pt x="12104" y="0"/>
                  <a:pt x="10090" y="3449"/>
                  <a:pt x="9030" y="90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60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D7A61E-47E5-06F0-10D6-15829D9268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720" y="6011719"/>
            <a:ext cx="1811829" cy="18118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6048895-962B-E546-3C7C-53BEBBABC2ED}"/>
              </a:ext>
            </a:extLst>
          </p:cNvPr>
          <p:cNvSpPr txBox="1"/>
          <p:nvPr/>
        </p:nvSpPr>
        <p:spPr>
          <a:xfrm>
            <a:off x="730444" y="4959143"/>
            <a:ext cx="12195312" cy="11297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FF4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6000" dirty="0">
              <a:solidFill>
                <a:srgbClr val="FF423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012352-8D7C-C7D3-9870-414C9D90B4A0}"/>
              </a:ext>
            </a:extLst>
          </p:cNvPr>
          <p:cNvSpPr txBox="1"/>
          <p:nvPr/>
        </p:nvSpPr>
        <p:spPr>
          <a:xfrm>
            <a:off x="11345720" y="7683949"/>
            <a:ext cx="12195312" cy="11297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6000" dirty="0">
              <a:solidFill>
                <a:schemeClr val="bg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45050-62C4-45BE-143F-5D7CC770B7C0}"/>
              </a:ext>
            </a:extLst>
          </p:cNvPr>
          <p:cNvSpPr txBox="1"/>
          <p:nvPr/>
        </p:nvSpPr>
        <p:spPr>
          <a:xfrm>
            <a:off x="225287" y="12700337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Taradaciuc Nicolae                                                                                                                     SLIDE 8 / 9</a:t>
            </a:r>
          </a:p>
        </p:txBody>
      </p:sp>
    </p:spTree>
    <p:extLst>
      <p:ext uri="{BB962C8B-B14F-4D97-AF65-F5344CB8AC3E}">
        <p14:creationId xmlns:p14="http://schemas.microsoft.com/office/powerpoint/2010/main" val="3911121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04D3-1AE6-FC36-882A-A1D7EA87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Thank you!">
            <a:extLst>
              <a:ext uri="{FF2B5EF4-FFF2-40B4-BE49-F238E27FC236}">
                <a16:creationId xmlns:a16="http://schemas.microsoft.com/office/drawing/2014/main" id="{149FCBD0-99E9-7E4B-2A27-DB9444689D29}"/>
              </a:ext>
            </a:extLst>
          </p:cNvPr>
          <p:cNvSpPr txBox="1"/>
          <p:nvPr/>
        </p:nvSpPr>
        <p:spPr>
          <a:xfrm>
            <a:off x="3240710" y="5802316"/>
            <a:ext cx="17902581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  <a:defRPr sz="9600">
                <a:latin typeface="+mj-lt"/>
                <a:ea typeface="+mj-ea"/>
                <a:cs typeface="+mj-cs"/>
                <a:sym typeface="Poppins Medium"/>
              </a:defRPr>
            </a:pPr>
            <a:r>
              <a:rPr dirty="0">
                <a:solidFill>
                  <a:srgbClr val="FFFFFF"/>
                </a:solidFill>
              </a:rPr>
              <a:t>Thank </a:t>
            </a:r>
            <a:r>
              <a:rPr dirty="0">
                <a:solidFill>
                  <a:srgbClr val="FF5640"/>
                </a:solidFill>
              </a:rPr>
              <a:t>you</a:t>
            </a:r>
            <a:r>
              <a:rPr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B3370-135F-E2A8-1573-C7A55B354F88}"/>
              </a:ext>
            </a:extLst>
          </p:cNvPr>
          <p:cNvSpPr txBox="1"/>
          <p:nvPr/>
        </p:nvSpPr>
        <p:spPr>
          <a:xfrm>
            <a:off x="225287" y="12700337"/>
            <a:ext cx="239334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rgbClr val="FF5640"/>
                </a:solidFill>
                <a:latin typeface="+mj-lt"/>
                <a:ea typeface="+mj-ea"/>
                <a:cs typeface="+mj-cs"/>
                <a:sym typeface="Poppins Medium"/>
              </a:rPr>
              <a:t>Taradaciuc Nicolae                                                                                                                     SLIDE 9 / 9</a:t>
            </a:r>
          </a:p>
        </p:txBody>
      </p:sp>
    </p:spTree>
    <p:extLst>
      <p:ext uri="{BB962C8B-B14F-4D97-AF65-F5344CB8AC3E}">
        <p14:creationId xmlns:p14="http://schemas.microsoft.com/office/powerpoint/2010/main" val="3312868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hite">
  <a:themeElements>
    <a:clrScheme name="Endava 1">
      <a:dk1>
        <a:srgbClr val="122B38"/>
      </a:dk1>
      <a:lt1>
        <a:srgbClr val="FF422F"/>
      </a:lt1>
      <a:dk2>
        <a:srgbClr val="122B38"/>
      </a:dk2>
      <a:lt2>
        <a:srgbClr val="FEFFFF"/>
      </a:lt2>
      <a:accent1>
        <a:srgbClr val="00A859"/>
      </a:accent1>
      <a:accent2>
        <a:srgbClr val="3D9BC8"/>
      </a:accent2>
      <a:accent3>
        <a:srgbClr val="FF4231"/>
      </a:accent3>
      <a:accent4>
        <a:srgbClr val="DB7D00"/>
      </a:accent4>
      <a:accent5>
        <a:srgbClr val="8683C3"/>
      </a:accent5>
      <a:accent6>
        <a:srgbClr val="729A00"/>
      </a:accent6>
      <a:hlink>
        <a:srgbClr val="FF422F"/>
      </a:hlink>
      <a:folHlink>
        <a:srgbClr val="FF422F"/>
      </a:folHlink>
    </a:clrScheme>
    <a:fontScheme name="DavaSans">
      <a:majorFont>
        <a:latin typeface="Dava Sans Med"/>
        <a:ea typeface=""/>
        <a:cs typeface=""/>
      </a:majorFont>
      <a:minorFont>
        <a:latin typeface="Dava Sans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1531" rtl="0" fontAlgn="auto" latinLnBrk="0" hangingPunct="0">
          <a:lnSpc>
            <a:spcPct val="120000"/>
          </a:lnSpc>
          <a:spcBef>
            <a:spcPts val="15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Poppins Medium"/>
        <a:ea typeface="Poppins Medium"/>
        <a:cs typeface="Poppins Medium"/>
      </a:majorFont>
      <a:minorFont>
        <a:latin typeface="Poppins Regular"/>
        <a:ea typeface="Poppins Regular"/>
        <a:cs typeface="Poppins Regula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1531" rtl="0" fontAlgn="auto" latinLnBrk="0" hangingPunct="0">
          <a:lnSpc>
            <a:spcPct val="120000"/>
          </a:lnSpc>
          <a:spcBef>
            <a:spcPts val="15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f16b87-0624-477d-ba0a-750d221ab23c">
      <Terms xmlns="http://schemas.microsoft.com/office/infopath/2007/PartnerControls"/>
    </lcf76f155ced4ddcb4097134ff3c332f>
    <TaxCatchAll xmlns="8168535b-5d60-42ad-a65e-bf2e941e3ec4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E1A3AB7BB67645ADF34C3F66D16019" ma:contentTypeVersion="13" ma:contentTypeDescription="Create a new document." ma:contentTypeScope="" ma:versionID="38158e6181360e893f6f080a5dc4da15">
  <xsd:schema xmlns:xsd="http://www.w3.org/2001/XMLSchema" xmlns:xs="http://www.w3.org/2001/XMLSchema" xmlns:p="http://schemas.microsoft.com/office/2006/metadata/properties" xmlns:ns1="http://schemas.microsoft.com/sharepoint/v3" xmlns:ns2="d2f16b87-0624-477d-ba0a-750d221ab23c" xmlns:ns3="8168535b-5d60-42ad-a65e-bf2e941e3ec4" targetNamespace="http://schemas.microsoft.com/office/2006/metadata/properties" ma:root="true" ma:fieldsID="f97f9ccdd36212ae9f5c407e34103b46" ns1:_="" ns2:_="" ns3:_="">
    <xsd:import namespace="http://schemas.microsoft.com/sharepoint/v3"/>
    <xsd:import namespace="d2f16b87-0624-477d-ba0a-750d221ab23c"/>
    <xsd:import namespace="8168535b-5d60-42ad-a65e-bf2e941e3ec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16b87-0624-477d-ba0a-750d221ab23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da9fbb2-20ec-4b38-b475-624b712916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8535b-5d60-42ad-a65e-bf2e941e3ec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c2d09db-f028-4af3-897f-09bcaa6006ba}" ma:internalName="TaxCatchAll" ma:showField="CatchAllData" ma:web="8168535b-5d60-42ad-a65e-bf2e941e3e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3AC3B7-1DF3-4C6B-ACF9-D9E0163D9FAF}">
  <ds:schemaRefs>
    <ds:schemaRef ds:uri="http://schemas.microsoft.com/office/2006/metadata/properties"/>
    <ds:schemaRef ds:uri="http://schemas.microsoft.com/office/infopath/2007/PartnerControls"/>
    <ds:schemaRef ds:uri="d2f16b87-0624-477d-ba0a-750d221ab23c"/>
    <ds:schemaRef ds:uri="8168535b-5d60-42ad-a65e-bf2e941e3ec4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3B5E1030-3369-416A-9345-CF0BFA8409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f16b87-0624-477d-ba0a-750d221ab23c"/>
    <ds:schemaRef ds:uri="8168535b-5d60-42ad-a65e-bf2e941e3e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4546E5-6158-445B-86FA-D0CB17A6BF0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22214</TotalTime>
  <Words>488</Words>
  <Application>Microsoft Office PowerPoint</Application>
  <PresentationFormat>Custom</PresentationFormat>
  <Paragraphs>132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Dava Sans</vt:lpstr>
      <vt:lpstr>League Spartan</vt:lpstr>
      <vt:lpstr>Dava Sans Med</vt:lpstr>
      <vt:lpstr>Wingdings</vt:lpstr>
      <vt:lpstr>Calibri</vt:lpstr>
      <vt:lpstr>DM Sans</vt:lpstr>
      <vt:lpstr>Aptos Display</vt:lpstr>
      <vt:lpstr>Arial</vt:lpstr>
      <vt:lpstr>White</vt:lpstr>
      <vt:lpstr>Smart Librarian  AI RAG-based book recommendations app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Nicolae Taradaciuc</cp:lastModifiedBy>
  <cp:revision>73</cp:revision>
  <dcterms:modified xsi:type="dcterms:W3CDTF">2026-04-16T16:58:32Z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0x01010060E1A3AB7BB67645ADF34C3F66D16019</vt:lpwstr>
  </property>
</Properties>
</file>